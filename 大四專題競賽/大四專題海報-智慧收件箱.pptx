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1" r:id="rId1"/>
  </p:sldMasterIdLst>
  <p:sldIdLst>
    <p:sldId id="256" r:id="rId2"/>
  </p:sldIdLst>
  <p:sldSz cx="16200438" cy="3419951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22" d="100"/>
          <a:sy n="22" d="100"/>
        </p:scale>
        <p:origin x="3714"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0B73E58-7883-4198-A946-563894493147}"/>
              </a:ext>
            </a:extLst>
          </p:cNvPr>
          <p:cNvSpPr>
            <a:spLocks noGrp="1"/>
          </p:cNvSpPr>
          <p:nvPr>
            <p:ph type="ctrTitle"/>
          </p:nvPr>
        </p:nvSpPr>
        <p:spPr>
          <a:xfrm>
            <a:off x="2025055" y="5597006"/>
            <a:ext cx="12150329" cy="11906497"/>
          </a:xfrm>
        </p:spPr>
        <p:txBody>
          <a:bodyPr anchor="b"/>
          <a:lstStyle>
            <a:lvl1pPr algn="ctr">
              <a:defRPr sz="7973"/>
            </a:lvl1pPr>
          </a:lstStyle>
          <a:p>
            <a:r>
              <a:rPr lang="zh-TW" altLang="en-US"/>
              <a:t>按一下以編輯母片標題樣式</a:t>
            </a:r>
          </a:p>
        </p:txBody>
      </p:sp>
      <p:sp>
        <p:nvSpPr>
          <p:cNvPr id="3" name="副標題 2">
            <a:extLst>
              <a:ext uri="{FF2B5EF4-FFF2-40B4-BE49-F238E27FC236}">
                <a16:creationId xmlns:a16="http://schemas.microsoft.com/office/drawing/2014/main" id="{7D818971-89B8-467D-8638-316283F26F99}"/>
              </a:ext>
            </a:extLst>
          </p:cNvPr>
          <p:cNvSpPr>
            <a:spLocks noGrp="1"/>
          </p:cNvSpPr>
          <p:nvPr>
            <p:ph type="subTitle" idx="1"/>
          </p:nvPr>
        </p:nvSpPr>
        <p:spPr>
          <a:xfrm>
            <a:off x="2025055" y="17962664"/>
            <a:ext cx="12150329" cy="8256963"/>
          </a:xfrm>
        </p:spPr>
        <p:txBody>
          <a:bodyPr/>
          <a:lstStyle>
            <a:lvl1pPr marL="0" indent="0" algn="ctr">
              <a:buNone/>
              <a:defRPr sz="3189"/>
            </a:lvl1pPr>
            <a:lvl2pPr marL="607527" indent="0" algn="ctr">
              <a:buNone/>
              <a:defRPr sz="2658"/>
            </a:lvl2pPr>
            <a:lvl3pPr marL="1215055" indent="0" algn="ctr">
              <a:buNone/>
              <a:defRPr sz="2392"/>
            </a:lvl3pPr>
            <a:lvl4pPr marL="1822582" indent="0" algn="ctr">
              <a:buNone/>
              <a:defRPr sz="2126"/>
            </a:lvl4pPr>
            <a:lvl5pPr marL="2430109" indent="0" algn="ctr">
              <a:buNone/>
              <a:defRPr sz="2126"/>
            </a:lvl5pPr>
            <a:lvl6pPr marL="3037637" indent="0" algn="ctr">
              <a:buNone/>
              <a:defRPr sz="2126"/>
            </a:lvl6pPr>
            <a:lvl7pPr marL="3645164" indent="0" algn="ctr">
              <a:buNone/>
              <a:defRPr sz="2126"/>
            </a:lvl7pPr>
            <a:lvl8pPr marL="4252692" indent="0" algn="ctr">
              <a:buNone/>
              <a:defRPr sz="2126"/>
            </a:lvl8pPr>
            <a:lvl9pPr marL="4860219" indent="0" algn="ctr">
              <a:buNone/>
              <a:defRPr sz="2126"/>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68B47491-BDA8-44B8-BE0C-FB150791769B}"/>
              </a:ext>
            </a:extLst>
          </p:cNvPr>
          <p:cNvSpPr>
            <a:spLocks noGrp="1"/>
          </p:cNvSpPr>
          <p:nvPr>
            <p:ph type="dt" sz="half" idx="10"/>
          </p:nvPr>
        </p:nvSpPr>
        <p:spPr/>
        <p:txBody>
          <a:bodyPr/>
          <a:lstStyle/>
          <a:p>
            <a:fld id="{D59CDA7E-0363-44E5-9889-996F766566D0}" type="datetimeFigureOut">
              <a:rPr lang="zh-TW" altLang="en-US" smtClean="0"/>
              <a:t>2026/3/10</a:t>
            </a:fld>
            <a:endParaRPr lang="zh-TW" altLang="en-US"/>
          </a:p>
        </p:txBody>
      </p:sp>
      <p:sp>
        <p:nvSpPr>
          <p:cNvPr id="5" name="頁尾版面配置區 4">
            <a:extLst>
              <a:ext uri="{FF2B5EF4-FFF2-40B4-BE49-F238E27FC236}">
                <a16:creationId xmlns:a16="http://schemas.microsoft.com/office/drawing/2014/main" id="{8CECAB9C-6623-4C1F-98EC-0DADFA44DACE}"/>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F53E7FFC-E001-4842-A906-04EE40AE6492}"/>
              </a:ext>
            </a:extLst>
          </p:cNvPr>
          <p:cNvSpPr>
            <a:spLocks noGrp="1"/>
          </p:cNvSpPr>
          <p:nvPr>
            <p:ph type="sldNum" sz="quarter" idx="12"/>
          </p:nvPr>
        </p:nvSpPr>
        <p:spPr/>
        <p:txBody>
          <a:bodyPr/>
          <a:lstStyle/>
          <a:p>
            <a:fld id="{0C489D90-9C38-4CD4-BEB9-56BC0FEE2574}" type="slidenum">
              <a:rPr lang="zh-TW" altLang="en-US" smtClean="0"/>
              <a:t>‹#›</a:t>
            </a:fld>
            <a:endParaRPr lang="zh-TW" altLang="en-US"/>
          </a:p>
        </p:txBody>
      </p:sp>
    </p:spTree>
    <p:extLst>
      <p:ext uri="{BB962C8B-B14F-4D97-AF65-F5344CB8AC3E}">
        <p14:creationId xmlns:p14="http://schemas.microsoft.com/office/powerpoint/2010/main" val="31916941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A21F4CF-B715-4FA4-9CD9-809FC39B28E6}"/>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E00036AD-203C-4BC8-945F-F0C1D0F1C731}"/>
              </a:ext>
            </a:extLst>
          </p:cNvPr>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855CC68D-848A-4528-9973-B7083BA4826E}"/>
              </a:ext>
            </a:extLst>
          </p:cNvPr>
          <p:cNvSpPr>
            <a:spLocks noGrp="1"/>
          </p:cNvSpPr>
          <p:nvPr>
            <p:ph type="dt" sz="half" idx="10"/>
          </p:nvPr>
        </p:nvSpPr>
        <p:spPr/>
        <p:txBody>
          <a:bodyPr/>
          <a:lstStyle/>
          <a:p>
            <a:fld id="{D59CDA7E-0363-44E5-9889-996F766566D0}" type="datetimeFigureOut">
              <a:rPr lang="zh-TW" altLang="en-US" smtClean="0"/>
              <a:t>2026/3/10</a:t>
            </a:fld>
            <a:endParaRPr lang="zh-TW" altLang="en-US"/>
          </a:p>
        </p:txBody>
      </p:sp>
      <p:sp>
        <p:nvSpPr>
          <p:cNvPr id="5" name="頁尾版面配置區 4">
            <a:extLst>
              <a:ext uri="{FF2B5EF4-FFF2-40B4-BE49-F238E27FC236}">
                <a16:creationId xmlns:a16="http://schemas.microsoft.com/office/drawing/2014/main" id="{82EA8EC7-40F5-4FEF-81E8-8BEAE32FA095}"/>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02682ED7-9AFC-4F22-99EB-BB70D95A682F}"/>
              </a:ext>
            </a:extLst>
          </p:cNvPr>
          <p:cNvSpPr>
            <a:spLocks noGrp="1"/>
          </p:cNvSpPr>
          <p:nvPr>
            <p:ph type="sldNum" sz="quarter" idx="12"/>
          </p:nvPr>
        </p:nvSpPr>
        <p:spPr/>
        <p:txBody>
          <a:bodyPr/>
          <a:lstStyle/>
          <a:p>
            <a:fld id="{0C489D90-9C38-4CD4-BEB9-56BC0FEE2574}" type="slidenum">
              <a:rPr lang="zh-TW" altLang="en-US" smtClean="0"/>
              <a:t>‹#›</a:t>
            </a:fld>
            <a:endParaRPr lang="zh-TW" altLang="en-US"/>
          </a:p>
        </p:txBody>
      </p:sp>
    </p:spTree>
    <p:extLst>
      <p:ext uri="{BB962C8B-B14F-4D97-AF65-F5344CB8AC3E}">
        <p14:creationId xmlns:p14="http://schemas.microsoft.com/office/powerpoint/2010/main" val="35578418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EDF4C3F-5DF8-48B1-AEA1-352F4CA74203}"/>
              </a:ext>
            </a:extLst>
          </p:cNvPr>
          <p:cNvSpPr>
            <a:spLocks noGrp="1"/>
          </p:cNvSpPr>
          <p:nvPr>
            <p:ph type="title"/>
          </p:nvPr>
        </p:nvSpPr>
        <p:spPr>
          <a:xfrm>
            <a:off x="1105342" y="8526134"/>
            <a:ext cx="13972878" cy="14226045"/>
          </a:xfrm>
        </p:spPr>
        <p:txBody>
          <a:bodyPr anchor="b"/>
          <a:lstStyle>
            <a:lvl1pPr>
              <a:defRPr sz="7973"/>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FD799CD7-F57C-415B-B18D-1FE363913CCE}"/>
              </a:ext>
            </a:extLst>
          </p:cNvPr>
          <p:cNvSpPr>
            <a:spLocks noGrp="1"/>
          </p:cNvSpPr>
          <p:nvPr>
            <p:ph type="body" idx="1"/>
          </p:nvPr>
        </p:nvSpPr>
        <p:spPr>
          <a:xfrm>
            <a:off x="1105342" y="22886762"/>
            <a:ext cx="13972878" cy="7481141"/>
          </a:xfrm>
        </p:spPr>
        <p:txBody>
          <a:bodyPr/>
          <a:lstStyle>
            <a:lvl1pPr marL="0" indent="0">
              <a:buNone/>
              <a:defRPr sz="3189">
                <a:solidFill>
                  <a:schemeClr val="tx1">
                    <a:tint val="75000"/>
                  </a:schemeClr>
                </a:solidFill>
              </a:defRPr>
            </a:lvl1pPr>
            <a:lvl2pPr marL="607527" indent="0">
              <a:buNone/>
              <a:defRPr sz="2658">
                <a:solidFill>
                  <a:schemeClr val="tx1">
                    <a:tint val="75000"/>
                  </a:schemeClr>
                </a:solidFill>
              </a:defRPr>
            </a:lvl2pPr>
            <a:lvl3pPr marL="1215055" indent="0">
              <a:buNone/>
              <a:defRPr sz="2392">
                <a:solidFill>
                  <a:schemeClr val="tx1">
                    <a:tint val="75000"/>
                  </a:schemeClr>
                </a:solidFill>
              </a:defRPr>
            </a:lvl3pPr>
            <a:lvl4pPr marL="1822582" indent="0">
              <a:buNone/>
              <a:defRPr sz="2126">
                <a:solidFill>
                  <a:schemeClr val="tx1">
                    <a:tint val="75000"/>
                  </a:schemeClr>
                </a:solidFill>
              </a:defRPr>
            </a:lvl4pPr>
            <a:lvl5pPr marL="2430109" indent="0">
              <a:buNone/>
              <a:defRPr sz="2126">
                <a:solidFill>
                  <a:schemeClr val="tx1">
                    <a:tint val="75000"/>
                  </a:schemeClr>
                </a:solidFill>
              </a:defRPr>
            </a:lvl5pPr>
            <a:lvl6pPr marL="3037637" indent="0">
              <a:buNone/>
              <a:defRPr sz="2126">
                <a:solidFill>
                  <a:schemeClr val="tx1">
                    <a:tint val="75000"/>
                  </a:schemeClr>
                </a:solidFill>
              </a:defRPr>
            </a:lvl6pPr>
            <a:lvl7pPr marL="3645164" indent="0">
              <a:buNone/>
              <a:defRPr sz="2126">
                <a:solidFill>
                  <a:schemeClr val="tx1">
                    <a:tint val="75000"/>
                  </a:schemeClr>
                </a:solidFill>
              </a:defRPr>
            </a:lvl7pPr>
            <a:lvl8pPr marL="4252692" indent="0">
              <a:buNone/>
              <a:defRPr sz="2126">
                <a:solidFill>
                  <a:schemeClr val="tx1">
                    <a:tint val="75000"/>
                  </a:schemeClr>
                </a:solidFill>
              </a:defRPr>
            </a:lvl8pPr>
            <a:lvl9pPr marL="4860219" indent="0">
              <a:buNone/>
              <a:defRPr sz="2126">
                <a:solidFill>
                  <a:schemeClr val="tx1">
                    <a:tint val="75000"/>
                  </a:schemeClr>
                </a:solidFill>
              </a:defRPr>
            </a:lvl9pPr>
          </a:lstStyle>
          <a:p>
            <a:pPr lvl="0"/>
            <a:r>
              <a:rPr lang="zh-TW" altLang="en-US"/>
              <a:t>編輯母片文字樣式</a:t>
            </a:r>
          </a:p>
        </p:txBody>
      </p:sp>
      <p:sp>
        <p:nvSpPr>
          <p:cNvPr id="4" name="日期版面配置區 3">
            <a:extLst>
              <a:ext uri="{FF2B5EF4-FFF2-40B4-BE49-F238E27FC236}">
                <a16:creationId xmlns:a16="http://schemas.microsoft.com/office/drawing/2014/main" id="{643FA2D9-4BA9-4CE5-A2AF-4A37E138B8D1}"/>
              </a:ext>
            </a:extLst>
          </p:cNvPr>
          <p:cNvSpPr>
            <a:spLocks noGrp="1"/>
          </p:cNvSpPr>
          <p:nvPr>
            <p:ph type="dt" sz="half" idx="10"/>
          </p:nvPr>
        </p:nvSpPr>
        <p:spPr/>
        <p:txBody>
          <a:bodyPr/>
          <a:lstStyle/>
          <a:p>
            <a:fld id="{D59CDA7E-0363-44E5-9889-996F766566D0}" type="datetimeFigureOut">
              <a:rPr lang="zh-TW" altLang="en-US" smtClean="0"/>
              <a:t>2026/3/10</a:t>
            </a:fld>
            <a:endParaRPr lang="zh-TW" altLang="en-US"/>
          </a:p>
        </p:txBody>
      </p:sp>
      <p:sp>
        <p:nvSpPr>
          <p:cNvPr id="5" name="頁尾版面配置區 4">
            <a:extLst>
              <a:ext uri="{FF2B5EF4-FFF2-40B4-BE49-F238E27FC236}">
                <a16:creationId xmlns:a16="http://schemas.microsoft.com/office/drawing/2014/main" id="{F108429D-0E2E-49AC-BD89-B0058BC7FBA2}"/>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15362F47-147E-4E1D-8760-10819B7C0970}"/>
              </a:ext>
            </a:extLst>
          </p:cNvPr>
          <p:cNvSpPr>
            <a:spLocks noGrp="1"/>
          </p:cNvSpPr>
          <p:nvPr>
            <p:ph type="sldNum" sz="quarter" idx="12"/>
          </p:nvPr>
        </p:nvSpPr>
        <p:spPr/>
        <p:txBody>
          <a:bodyPr/>
          <a:lstStyle/>
          <a:p>
            <a:fld id="{0C489D90-9C38-4CD4-BEB9-56BC0FEE2574}" type="slidenum">
              <a:rPr lang="zh-TW" altLang="en-US" smtClean="0"/>
              <a:t>‹#›</a:t>
            </a:fld>
            <a:endParaRPr lang="zh-TW" altLang="en-US"/>
          </a:p>
        </p:txBody>
      </p:sp>
    </p:spTree>
    <p:extLst>
      <p:ext uri="{BB962C8B-B14F-4D97-AF65-F5344CB8AC3E}">
        <p14:creationId xmlns:p14="http://schemas.microsoft.com/office/powerpoint/2010/main" val="13488090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D266484-3732-499F-8DCE-B8E22081CFBA}"/>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A3ED747E-D825-4AD7-999B-F0329F513CA5}"/>
              </a:ext>
            </a:extLst>
          </p:cNvPr>
          <p:cNvSpPr>
            <a:spLocks noGrp="1"/>
          </p:cNvSpPr>
          <p:nvPr>
            <p:ph sz="half" idx="1"/>
          </p:nvPr>
        </p:nvSpPr>
        <p:spPr>
          <a:xfrm>
            <a:off x="1113780" y="9104037"/>
            <a:ext cx="6885186" cy="21699277"/>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FFA57DD5-4CD0-464A-BDEB-E6D5E8D71B96}"/>
              </a:ext>
            </a:extLst>
          </p:cNvPr>
          <p:cNvSpPr>
            <a:spLocks noGrp="1"/>
          </p:cNvSpPr>
          <p:nvPr>
            <p:ph sz="half" idx="2"/>
          </p:nvPr>
        </p:nvSpPr>
        <p:spPr>
          <a:xfrm>
            <a:off x="8201472" y="9104037"/>
            <a:ext cx="6885186" cy="21699277"/>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273C6CAA-3DE7-4EB3-BEBC-4A25DAF45EC9}"/>
              </a:ext>
            </a:extLst>
          </p:cNvPr>
          <p:cNvSpPr>
            <a:spLocks noGrp="1"/>
          </p:cNvSpPr>
          <p:nvPr>
            <p:ph type="dt" sz="half" idx="10"/>
          </p:nvPr>
        </p:nvSpPr>
        <p:spPr/>
        <p:txBody>
          <a:bodyPr/>
          <a:lstStyle/>
          <a:p>
            <a:fld id="{D59CDA7E-0363-44E5-9889-996F766566D0}" type="datetimeFigureOut">
              <a:rPr lang="zh-TW" altLang="en-US" smtClean="0"/>
              <a:t>2026/3/10</a:t>
            </a:fld>
            <a:endParaRPr lang="zh-TW" altLang="en-US"/>
          </a:p>
        </p:txBody>
      </p:sp>
      <p:sp>
        <p:nvSpPr>
          <p:cNvPr id="6" name="頁尾版面配置區 5">
            <a:extLst>
              <a:ext uri="{FF2B5EF4-FFF2-40B4-BE49-F238E27FC236}">
                <a16:creationId xmlns:a16="http://schemas.microsoft.com/office/drawing/2014/main" id="{EC313E9B-5121-4E57-A499-D7759B3D4694}"/>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46FDF7E2-9FD8-4AD8-921E-3B0B6FCAE535}"/>
              </a:ext>
            </a:extLst>
          </p:cNvPr>
          <p:cNvSpPr>
            <a:spLocks noGrp="1"/>
          </p:cNvSpPr>
          <p:nvPr>
            <p:ph type="sldNum" sz="quarter" idx="12"/>
          </p:nvPr>
        </p:nvSpPr>
        <p:spPr/>
        <p:txBody>
          <a:bodyPr/>
          <a:lstStyle/>
          <a:p>
            <a:fld id="{0C489D90-9C38-4CD4-BEB9-56BC0FEE2574}" type="slidenum">
              <a:rPr lang="zh-TW" altLang="en-US" smtClean="0"/>
              <a:t>‹#›</a:t>
            </a:fld>
            <a:endParaRPr lang="zh-TW" altLang="en-US"/>
          </a:p>
        </p:txBody>
      </p:sp>
    </p:spTree>
    <p:extLst>
      <p:ext uri="{BB962C8B-B14F-4D97-AF65-F5344CB8AC3E}">
        <p14:creationId xmlns:p14="http://schemas.microsoft.com/office/powerpoint/2010/main" val="33660486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32A6086-21AF-4015-8A63-38F95DB0208C}"/>
              </a:ext>
            </a:extLst>
          </p:cNvPr>
          <p:cNvSpPr>
            <a:spLocks noGrp="1"/>
          </p:cNvSpPr>
          <p:nvPr>
            <p:ph type="title"/>
          </p:nvPr>
        </p:nvSpPr>
        <p:spPr>
          <a:xfrm>
            <a:off x="1115890" y="1820810"/>
            <a:ext cx="13972878" cy="6610325"/>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EEBEEF2B-9D33-40A4-A6DE-DC3792D6DFA5}"/>
              </a:ext>
            </a:extLst>
          </p:cNvPr>
          <p:cNvSpPr>
            <a:spLocks noGrp="1"/>
          </p:cNvSpPr>
          <p:nvPr>
            <p:ph type="body" idx="1"/>
          </p:nvPr>
        </p:nvSpPr>
        <p:spPr>
          <a:xfrm>
            <a:off x="1115891" y="8383633"/>
            <a:ext cx="6853544" cy="4108689"/>
          </a:xfrm>
        </p:spPr>
        <p:txBody>
          <a:bodyPr anchor="b"/>
          <a:lstStyle>
            <a:lvl1pPr marL="0" indent="0">
              <a:buNone/>
              <a:defRPr sz="3189" b="1"/>
            </a:lvl1pPr>
            <a:lvl2pPr marL="607527" indent="0">
              <a:buNone/>
              <a:defRPr sz="2658" b="1"/>
            </a:lvl2pPr>
            <a:lvl3pPr marL="1215055" indent="0">
              <a:buNone/>
              <a:defRPr sz="2392" b="1"/>
            </a:lvl3pPr>
            <a:lvl4pPr marL="1822582" indent="0">
              <a:buNone/>
              <a:defRPr sz="2126" b="1"/>
            </a:lvl4pPr>
            <a:lvl5pPr marL="2430109" indent="0">
              <a:buNone/>
              <a:defRPr sz="2126" b="1"/>
            </a:lvl5pPr>
            <a:lvl6pPr marL="3037637" indent="0">
              <a:buNone/>
              <a:defRPr sz="2126" b="1"/>
            </a:lvl6pPr>
            <a:lvl7pPr marL="3645164" indent="0">
              <a:buNone/>
              <a:defRPr sz="2126" b="1"/>
            </a:lvl7pPr>
            <a:lvl8pPr marL="4252692" indent="0">
              <a:buNone/>
              <a:defRPr sz="2126" b="1"/>
            </a:lvl8pPr>
            <a:lvl9pPr marL="4860219" indent="0">
              <a:buNone/>
              <a:defRPr sz="2126" b="1"/>
            </a:lvl9pPr>
          </a:lstStyle>
          <a:p>
            <a:pPr lvl="0"/>
            <a:r>
              <a:rPr lang="zh-TW" altLang="en-US"/>
              <a:t>編輯母片文字樣式</a:t>
            </a:r>
          </a:p>
        </p:txBody>
      </p:sp>
      <p:sp>
        <p:nvSpPr>
          <p:cNvPr id="4" name="內容版面配置區 3">
            <a:extLst>
              <a:ext uri="{FF2B5EF4-FFF2-40B4-BE49-F238E27FC236}">
                <a16:creationId xmlns:a16="http://schemas.microsoft.com/office/drawing/2014/main" id="{9A72814E-E0BD-4BF7-99F5-F3717B603CE4}"/>
              </a:ext>
            </a:extLst>
          </p:cNvPr>
          <p:cNvSpPr>
            <a:spLocks noGrp="1"/>
          </p:cNvSpPr>
          <p:nvPr>
            <p:ph sz="half" idx="2"/>
          </p:nvPr>
        </p:nvSpPr>
        <p:spPr>
          <a:xfrm>
            <a:off x="1115891" y="12492322"/>
            <a:ext cx="6853544" cy="18374324"/>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DBBBCB77-FE76-49CF-9ECB-32A76FCF3E98}"/>
              </a:ext>
            </a:extLst>
          </p:cNvPr>
          <p:cNvSpPr>
            <a:spLocks noGrp="1"/>
          </p:cNvSpPr>
          <p:nvPr>
            <p:ph type="body" sz="quarter" idx="3"/>
          </p:nvPr>
        </p:nvSpPr>
        <p:spPr>
          <a:xfrm>
            <a:off x="8201472" y="8383633"/>
            <a:ext cx="6887296" cy="4108689"/>
          </a:xfrm>
        </p:spPr>
        <p:txBody>
          <a:bodyPr anchor="b"/>
          <a:lstStyle>
            <a:lvl1pPr marL="0" indent="0">
              <a:buNone/>
              <a:defRPr sz="3189" b="1"/>
            </a:lvl1pPr>
            <a:lvl2pPr marL="607527" indent="0">
              <a:buNone/>
              <a:defRPr sz="2658" b="1"/>
            </a:lvl2pPr>
            <a:lvl3pPr marL="1215055" indent="0">
              <a:buNone/>
              <a:defRPr sz="2392" b="1"/>
            </a:lvl3pPr>
            <a:lvl4pPr marL="1822582" indent="0">
              <a:buNone/>
              <a:defRPr sz="2126" b="1"/>
            </a:lvl4pPr>
            <a:lvl5pPr marL="2430109" indent="0">
              <a:buNone/>
              <a:defRPr sz="2126" b="1"/>
            </a:lvl5pPr>
            <a:lvl6pPr marL="3037637" indent="0">
              <a:buNone/>
              <a:defRPr sz="2126" b="1"/>
            </a:lvl6pPr>
            <a:lvl7pPr marL="3645164" indent="0">
              <a:buNone/>
              <a:defRPr sz="2126" b="1"/>
            </a:lvl7pPr>
            <a:lvl8pPr marL="4252692" indent="0">
              <a:buNone/>
              <a:defRPr sz="2126" b="1"/>
            </a:lvl8pPr>
            <a:lvl9pPr marL="4860219" indent="0">
              <a:buNone/>
              <a:defRPr sz="2126" b="1"/>
            </a:lvl9pPr>
          </a:lstStyle>
          <a:p>
            <a:pPr lvl="0"/>
            <a:r>
              <a:rPr lang="zh-TW" altLang="en-US"/>
              <a:t>編輯母片文字樣式</a:t>
            </a:r>
          </a:p>
        </p:txBody>
      </p:sp>
      <p:sp>
        <p:nvSpPr>
          <p:cNvPr id="6" name="內容版面配置區 5">
            <a:extLst>
              <a:ext uri="{FF2B5EF4-FFF2-40B4-BE49-F238E27FC236}">
                <a16:creationId xmlns:a16="http://schemas.microsoft.com/office/drawing/2014/main" id="{C1872C3E-C1FB-4020-94BA-338B6E3E897B}"/>
              </a:ext>
            </a:extLst>
          </p:cNvPr>
          <p:cNvSpPr>
            <a:spLocks noGrp="1"/>
          </p:cNvSpPr>
          <p:nvPr>
            <p:ph sz="quarter" idx="4"/>
          </p:nvPr>
        </p:nvSpPr>
        <p:spPr>
          <a:xfrm>
            <a:off x="8201472" y="12492322"/>
            <a:ext cx="6887296" cy="18374324"/>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AE1D878B-BBC5-4657-9546-AB9A5B214E30}"/>
              </a:ext>
            </a:extLst>
          </p:cNvPr>
          <p:cNvSpPr>
            <a:spLocks noGrp="1"/>
          </p:cNvSpPr>
          <p:nvPr>
            <p:ph type="dt" sz="half" idx="10"/>
          </p:nvPr>
        </p:nvSpPr>
        <p:spPr/>
        <p:txBody>
          <a:bodyPr/>
          <a:lstStyle/>
          <a:p>
            <a:fld id="{D59CDA7E-0363-44E5-9889-996F766566D0}" type="datetimeFigureOut">
              <a:rPr lang="zh-TW" altLang="en-US" smtClean="0"/>
              <a:t>2026/3/10</a:t>
            </a:fld>
            <a:endParaRPr lang="zh-TW" altLang="en-US"/>
          </a:p>
        </p:txBody>
      </p:sp>
      <p:sp>
        <p:nvSpPr>
          <p:cNvPr id="8" name="頁尾版面配置區 7">
            <a:extLst>
              <a:ext uri="{FF2B5EF4-FFF2-40B4-BE49-F238E27FC236}">
                <a16:creationId xmlns:a16="http://schemas.microsoft.com/office/drawing/2014/main" id="{BA26A965-8F0C-4E80-BC7F-24DF83AD4F9D}"/>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73313541-FB57-4F3C-8124-46FC742DAD87}"/>
              </a:ext>
            </a:extLst>
          </p:cNvPr>
          <p:cNvSpPr>
            <a:spLocks noGrp="1"/>
          </p:cNvSpPr>
          <p:nvPr>
            <p:ph type="sldNum" sz="quarter" idx="12"/>
          </p:nvPr>
        </p:nvSpPr>
        <p:spPr/>
        <p:txBody>
          <a:bodyPr/>
          <a:lstStyle/>
          <a:p>
            <a:fld id="{0C489D90-9C38-4CD4-BEB9-56BC0FEE2574}" type="slidenum">
              <a:rPr lang="zh-TW" altLang="en-US" smtClean="0"/>
              <a:t>‹#›</a:t>
            </a:fld>
            <a:endParaRPr lang="zh-TW" altLang="en-US"/>
          </a:p>
        </p:txBody>
      </p:sp>
    </p:spTree>
    <p:extLst>
      <p:ext uri="{BB962C8B-B14F-4D97-AF65-F5344CB8AC3E}">
        <p14:creationId xmlns:p14="http://schemas.microsoft.com/office/powerpoint/2010/main" val="1262576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A87BA3C-5B7B-4B78-8FAC-D03261C87916}"/>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B4E9C460-4ED3-4B2D-971F-A8B293915680}"/>
              </a:ext>
            </a:extLst>
          </p:cNvPr>
          <p:cNvSpPr>
            <a:spLocks noGrp="1"/>
          </p:cNvSpPr>
          <p:nvPr>
            <p:ph type="dt" sz="half" idx="10"/>
          </p:nvPr>
        </p:nvSpPr>
        <p:spPr/>
        <p:txBody>
          <a:bodyPr/>
          <a:lstStyle/>
          <a:p>
            <a:fld id="{D59CDA7E-0363-44E5-9889-996F766566D0}" type="datetimeFigureOut">
              <a:rPr lang="zh-TW" altLang="en-US" smtClean="0"/>
              <a:t>2026/3/10</a:t>
            </a:fld>
            <a:endParaRPr lang="zh-TW" altLang="en-US"/>
          </a:p>
        </p:txBody>
      </p:sp>
      <p:sp>
        <p:nvSpPr>
          <p:cNvPr id="4" name="頁尾版面配置區 3">
            <a:extLst>
              <a:ext uri="{FF2B5EF4-FFF2-40B4-BE49-F238E27FC236}">
                <a16:creationId xmlns:a16="http://schemas.microsoft.com/office/drawing/2014/main" id="{19245DD0-FB39-4C16-8149-9D811E888BCB}"/>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0F476399-AA9D-451B-8512-03AF01B89809}"/>
              </a:ext>
            </a:extLst>
          </p:cNvPr>
          <p:cNvSpPr>
            <a:spLocks noGrp="1"/>
          </p:cNvSpPr>
          <p:nvPr>
            <p:ph type="sldNum" sz="quarter" idx="12"/>
          </p:nvPr>
        </p:nvSpPr>
        <p:spPr/>
        <p:txBody>
          <a:bodyPr/>
          <a:lstStyle/>
          <a:p>
            <a:fld id="{0C489D90-9C38-4CD4-BEB9-56BC0FEE2574}" type="slidenum">
              <a:rPr lang="zh-TW" altLang="en-US" smtClean="0"/>
              <a:t>‹#›</a:t>
            </a:fld>
            <a:endParaRPr lang="zh-TW" altLang="en-US"/>
          </a:p>
        </p:txBody>
      </p:sp>
    </p:spTree>
    <p:extLst>
      <p:ext uri="{BB962C8B-B14F-4D97-AF65-F5344CB8AC3E}">
        <p14:creationId xmlns:p14="http://schemas.microsoft.com/office/powerpoint/2010/main" val="32695081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91EB5B3C-C3AE-48A4-9BC3-5CCA45E119B7}"/>
              </a:ext>
            </a:extLst>
          </p:cNvPr>
          <p:cNvSpPr>
            <a:spLocks noGrp="1"/>
          </p:cNvSpPr>
          <p:nvPr>
            <p:ph type="dt" sz="half" idx="10"/>
          </p:nvPr>
        </p:nvSpPr>
        <p:spPr/>
        <p:txBody>
          <a:bodyPr/>
          <a:lstStyle/>
          <a:p>
            <a:fld id="{D59CDA7E-0363-44E5-9889-996F766566D0}" type="datetimeFigureOut">
              <a:rPr lang="zh-TW" altLang="en-US" smtClean="0"/>
              <a:t>2026/3/10</a:t>
            </a:fld>
            <a:endParaRPr lang="zh-TW" altLang="en-US"/>
          </a:p>
        </p:txBody>
      </p:sp>
      <p:sp>
        <p:nvSpPr>
          <p:cNvPr id="3" name="頁尾版面配置區 2">
            <a:extLst>
              <a:ext uri="{FF2B5EF4-FFF2-40B4-BE49-F238E27FC236}">
                <a16:creationId xmlns:a16="http://schemas.microsoft.com/office/drawing/2014/main" id="{C0E4ABA9-14AB-4714-8D7F-47CFFEE2D1B0}"/>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E15C5918-B425-4D59-90EC-A1B8D0E2FCC5}"/>
              </a:ext>
            </a:extLst>
          </p:cNvPr>
          <p:cNvSpPr>
            <a:spLocks noGrp="1"/>
          </p:cNvSpPr>
          <p:nvPr>
            <p:ph type="sldNum" sz="quarter" idx="12"/>
          </p:nvPr>
        </p:nvSpPr>
        <p:spPr/>
        <p:txBody>
          <a:bodyPr/>
          <a:lstStyle/>
          <a:p>
            <a:fld id="{0C489D90-9C38-4CD4-BEB9-56BC0FEE2574}" type="slidenum">
              <a:rPr lang="zh-TW" altLang="en-US" smtClean="0"/>
              <a:t>‹#›</a:t>
            </a:fld>
            <a:endParaRPr lang="zh-TW" altLang="en-US"/>
          </a:p>
        </p:txBody>
      </p:sp>
    </p:spTree>
    <p:extLst>
      <p:ext uri="{BB962C8B-B14F-4D97-AF65-F5344CB8AC3E}">
        <p14:creationId xmlns:p14="http://schemas.microsoft.com/office/powerpoint/2010/main" val="23868309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4A57E20-E1C3-43DC-93A1-01CD3F81750C}"/>
              </a:ext>
            </a:extLst>
          </p:cNvPr>
          <p:cNvSpPr>
            <a:spLocks noGrp="1"/>
          </p:cNvSpPr>
          <p:nvPr>
            <p:ph type="title"/>
          </p:nvPr>
        </p:nvSpPr>
        <p:spPr>
          <a:xfrm>
            <a:off x="1115891" y="2279968"/>
            <a:ext cx="5225062" cy="7979886"/>
          </a:xfrm>
        </p:spPr>
        <p:txBody>
          <a:bodyPr anchor="b"/>
          <a:lstStyle>
            <a:lvl1pPr>
              <a:defRPr sz="4252"/>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416BC846-952C-413B-AD97-3EF72DED4132}"/>
              </a:ext>
            </a:extLst>
          </p:cNvPr>
          <p:cNvSpPr>
            <a:spLocks noGrp="1"/>
          </p:cNvSpPr>
          <p:nvPr>
            <p:ph idx="1"/>
          </p:nvPr>
        </p:nvSpPr>
        <p:spPr>
          <a:xfrm>
            <a:off x="6887296" y="4924099"/>
            <a:ext cx="8201472" cy="24303821"/>
          </a:xfrm>
        </p:spPr>
        <p:txBody>
          <a:bodyPr/>
          <a:lstStyle>
            <a:lvl1pPr>
              <a:defRPr sz="4252"/>
            </a:lvl1pPr>
            <a:lvl2pPr>
              <a:defRPr sz="3721"/>
            </a:lvl2pPr>
            <a:lvl3pPr>
              <a:defRPr sz="3189"/>
            </a:lvl3pPr>
            <a:lvl4pPr>
              <a:defRPr sz="2658"/>
            </a:lvl4pPr>
            <a:lvl5pPr>
              <a:defRPr sz="2658"/>
            </a:lvl5pPr>
            <a:lvl6pPr>
              <a:defRPr sz="2658"/>
            </a:lvl6pPr>
            <a:lvl7pPr>
              <a:defRPr sz="2658"/>
            </a:lvl7pPr>
            <a:lvl8pPr>
              <a:defRPr sz="2658"/>
            </a:lvl8pPr>
            <a:lvl9pPr>
              <a:defRPr sz="2658"/>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E6105A43-53A9-47A1-9947-79795FEF9145}"/>
              </a:ext>
            </a:extLst>
          </p:cNvPr>
          <p:cNvSpPr>
            <a:spLocks noGrp="1"/>
          </p:cNvSpPr>
          <p:nvPr>
            <p:ph type="body" sz="half" idx="2"/>
          </p:nvPr>
        </p:nvSpPr>
        <p:spPr>
          <a:xfrm>
            <a:off x="1115891" y="10259854"/>
            <a:ext cx="5225062" cy="19007648"/>
          </a:xfrm>
        </p:spPr>
        <p:txBody>
          <a:bodyPr/>
          <a:lstStyle>
            <a:lvl1pPr marL="0" indent="0">
              <a:buNone/>
              <a:defRPr sz="2126"/>
            </a:lvl1pPr>
            <a:lvl2pPr marL="607527" indent="0">
              <a:buNone/>
              <a:defRPr sz="1860"/>
            </a:lvl2pPr>
            <a:lvl3pPr marL="1215055" indent="0">
              <a:buNone/>
              <a:defRPr sz="1595"/>
            </a:lvl3pPr>
            <a:lvl4pPr marL="1822582" indent="0">
              <a:buNone/>
              <a:defRPr sz="1329"/>
            </a:lvl4pPr>
            <a:lvl5pPr marL="2430109" indent="0">
              <a:buNone/>
              <a:defRPr sz="1329"/>
            </a:lvl5pPr>
            <a:lvl6pPr marL="3037637" indent="0">
              <a:buNone/>
              <a:defRPr sz="1329"/>
            </a:lvl6pPr>
            <a:lvl7pPr marL="3645164" indent="0">
              <a:buNone/>
              <a:defRPr sz="1329"/>
            </a:lvl7pPr>
            <a:lvl8pPr marL="4252692" indent="0">
              <a:buNone/>
              <a:defRPr sz="1329"/>
            </a:lvl8pPr>
            <a:lvl9pPr marL="4860219" indent="0">
              <a:buNone/>
              <a:defRPr sz="1329"/>
            </a:lvl9pPr>
          </a:lstStyle>
          <a:p>
            <a:pPr lvl="0"/>
            <a:r>
              <a:rPr lang="zh-TW" altLang="en-US"/>
              <a:t>編輯母片文字樣式</a:t>
            </a:r>
          </a:p>
        </p:txBody>
      </p:sp>
      <p:sp>
        <p:nvSpPr>
          <p:cNvPr id="5" name="日期版面配置區 4">
            <a:extLst>
              <a:ext uri="{FF2B5EF4-FFF2-40B4-BE49-F238E27FC236}">
                <a16:creationId xmlns:a16="http://schemas.microsoft.com/office/drawing/2014/main" id="{DCF62A07-7C0D-4461-B881-AA81C77E8305}"/>
              </a:ext>
            </a:extLst>
          </p:cNvPr>
          <p:cNvSpPr>
            <a:spLocks noGrp="1"/>
          </p:cNvSpPr>
          <p:nvPr>
            <p:ph type="dt" sz="half" idx="10"/>
          </p:nvPr>
        </p:nvSpPr>
        <p:spPr/>
        <p:txBody>
          <a:bodyPr/>
          <a:lstStyle/>
          <a:p>
            <a:fld id="{D59CDA7E-0363-44E5-9889-996F766566D0}" type="datetimeFigureOut">
              <a:rPr lang="zh-TW" altLang="en-US" smtClean="0"/>
              <a:t>2026/3/10</a:t>
            </a:fld>
            <a:endParaRPr lang="zh-TW" altLang="en-US"/>
          </a:p>
        </p:txBody>
      </p:sp>
      <p:sp>
        <p:nvSpPr>
          <p:cNvPr id="6" name="頁尾版面配置區 5">
            <a:extLst>
              <a:ext uri="{FF2B5EF4-FFF2-40B4-BE49-F238E27FC236}">
                <a16:creationId xmlns:a16="http://schemas.microsoft.com/office/drawing/2014/main" id="{E56CB661-6143-4687-A5BE-74FC03929486}"/>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77505B2E-6449-4A51-9803-6AA27DD674E5}"/>
              </a:ext>
            </a:extLst>
          </p:cNvPr>
          <p:cNvSpPr>
            <a:spLocks noGrp="1"/>
          </p:cNvSpPr>
          <p:nvPr>
            <p:ph type="sldNum" sz="quarter" idx="12"/>
          </p:nvPr>
        </p:nvSpPr>
        <p:spPr/>
        <p:txBody>
          <a:bodyPr/>
          <a:lstStyle/>
          <a:p>
            <a:fld id="{0C489D90-9C38-4CD4-BEB9-56BC0FEE2574}" type="slidenum">
              <a:rPr lang="zh-TW" altLang="en-US" smtClean="0"/>
              <a:t>‹#›</a:t>
            </a:fld>
            <a:endParaRPr lang="zh-TW" altLang="en-US"/>
          </a:p>
        </p:txBody>
      </p:sp>
    </p:spTree>
    <p:extLst>
      <p:ext uri="{BB962C8B-B14F-4D97-AF65-F5344CB8AC3E}">
        <p14:creationId xmlns:p14="http://schemas.microsoft.com/office/powerpoint/2010/main" val="29603075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4116915-4133-494E-B6C4-8053BE4AB92E}"/>
              </a:ext>
            </a:extLst>
          </p:cNvPr>
          <p:cNvSpPr>
            <a:spLocks noGrp="1"/>
          </p:cNvSpPr>
          <p:nvPr>
            <p:ph type="title"/>
          </p:nvPr>
        </p:nvSpPr>
        <p:spPr>
          <a:xfrm>
            <a:off x="1115891" y="2279968"/>
            <a:ext cx="5225062" cy="7979886"/>
          </a:xfrm>
        </p:spPr>
        <p:txBody>
          <a:bodyPr anchor="b"/>
          <a:lstStyle>
            <a:lvl1pPr>
              <a:defRPr sz="4252"/>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8C72B874-E2CC-46DF-AA1B-B5DC13338D2C}"/>
              </a:ext>
            </a:extLst>
          </p:cNvPr>
          <p:cNvSpPr>
            <a:spLocks noGrp="1"/>
          </p:cNvSpPr>
          <p:nvPr>
            <p:ph type="pic" idx="1"/>
          </p:nvPr>
        </p:nvSpPr>
        <p:spPr>
          <a:xfrm>
            <a:off x="6887296" y="4924099"/>
            <a:ext cx="8201472" cy="24303821"/>
          </a:xfrm>
        </p:spPr>
        <p:txBody>
          <a:bodyPr/>
          <a:lstStyle>
            <a:lvl1pPr marL="0" indent="0">
              <a:buNone/>
              <a:defRPr sz="4252"/>
            </a:lvl1pPr>
            <a:lvl2pPr marL="607527" indent="0">
              <a:buNone/>
              <a:defRPr sz="3721"/>
            </a:lvl2pPr>
            <a:lvl3pPr marL="1215055" indent="0">
              <a:buNone/>
              <a:defRPr sz="3189"/>
            </a:lvl3pPr>
            <a:lvl4pPr marL="1822582" indent="0">
              <a:buNone/>
              <a:defRPr sz="2658"/>
            </a:lvl4pPr>
            <a:lvl5pPr marL="2430109" indent="0">
              <a:buNone/>
              <a:defRPr sz="2658"/>
            </a:lvl5pPr>
            <a:lvl6pPr marL="3037637" indent="0">
              <a:buNone/>
              <a:defRPr sz="2658"/>
            </a:lvl6pPr>
            <a:lvl7pPr marL="3645164" indent="0">
              <a:buNone/>
              <a:defRPr sz="2658"/>
            </a:lvl7pPr>
            <a:lvl8pPr marL="4252692" indent="0">
              <a:buNone/>
              <a:defRPr sz="2658"/>
            </a:lvl8pPr>
            <a:lvl9pPr marL="4860219" indent="0">
              <a:buNone/>
              <a:defRPr sz="2658"/>
            </a:lvl9pPr>
          </a:lstStyle>
          <a:p>
            <a:endParaRPr lang="zh-TW" altLang="en-US"/>
          </a:p>
        </p:txBody>
      </p:sp>
      <p:sp>
        <p:nvSpPr>
          <p:cNvPr id="4" name="文字版面配置區 3">
            <a:extLst>
              <a:ext uri="{FF2B5EF4-FFF2-40B4-BE49-F238E27FC236}">
                <a16:creationId xmlns:a16="http://schemas.microsoft.com/office/drawing/2014/main" id="{4FE8D3B3-EDFB-4F1B-9387-C140136530B2}"/>
              </a:ext>
            </a:extLst>
          </p:cNvPr>
          <p:cNvSpPr>
            <a:spLocks noGrp="1"/>
          </p:cNvSpPr>
          <p:nvPr>
            <p:ph type="body" sz="half" idx="2"/>
          </p:nvPr>
        </p:nvSpPr>
        <p:spPr>
          <a:xfrm>
            <a:off x="1115891" y="10259854"/>
            <a:ext cx="5225062" cy="19007648"/>
          </a:xfrm>
        </p:spPr>
        <p:txBody>
          <a:bodyPr/>
          <a:lstStyle>
            <a:lvl1pPr marL="0" indent="0">
              <a:buNone/>
              <a:defRPr sz="2126"/>
            </a:lvl1pPr>
            <a:lvl2pPr marL="607527" indent="0">
              <a:buNone/>
              <a:defRPr sz="1860"/>
            </a:lvl2pPr>
            <a:lvl3pPr marL="1215055" indent="0">
              <a:buNone/>
              <a:defRPr sz="1595"/>
            </a:lvl3pPr>
            <a:lvl4pPr marL="1822582" indent="0">
              <a:buNone/>
              <a:defRPr sz="1329"/>
            </a:lvl4pPr>
            <a:lvl5pPr marL="2430109" indent="0">
              <a:buNone/>
              <a:defRPr sz="1329"/>
            </a:lvl5pPr>
            <a:lvl6pPr marL="3037637" indent="0">
              <a:buNone/>
              <a:defRPr sz="1329"/>
            </a:lvl6pPr>
            <a:lvl7pPr marL="3645164" indent="0">
              <a:buNone/>
              <a:defRPr sz="1329"/>
            </a:lvl7pPr>
            <a:lvl8pPr marL="4252692" indent="0">
              <a:buNone/>
              <a:defRPr sz="1329"/>
            </a:lvl8pPr>
            <a:lvl9pPr marL="4860219" indent="0">
              <a:buNone/>
              <a:defRPr sz="1329"/>
            </a:lvl9pPr>
          </a:lstStyle>
          <a:p>
            <a:pPr lvl="0"/>
            <a:r>
              <a:rPr lang="zh-TW" altLang="en-US"/>
              <a:t>編輯母片文字樣式</a:t>
            </a:r>
          </a:p>
        </p:txBody>
      </p:sp>
      <p:sp>
        <p:nvSpPr>
          <p:cNvPr id="5" name="日期版面配置區 4">
            <a:extLst>
              <a:ext uri="{FF2B5EF4-FFF2-40B4-BE49-F238E27FC236}">
                <a16:creationId xmlns:a16="http://schemas.microsoft.com/office/drawing/2014/main" id="{B924A313-DF8E-49F0-97BB-1B444754501C}"/>
              </a:ext>
            </a:extLst>
          </p:cNvPr>
          <p:cNvSpPr>
            <a:spLocks noGrp="1"/>
          </p:cNvSpPr>
          <p:nvPr>
            <p:ph type="dt" sz="half" idx="10"/>
          </p:nvPr>
        </p:nvSpPr>
        <p:spPr/>
        <p:txBody>
          <a:bodyPr/>
          <a:lstStyle/>
          <a:p>
            <a:fld id="{D59CDA7E-0363-44E5-9889-996F766566D0}" type="datetimeFigureOut">
              <a:rPr lang="zh-TW" altLang="en-US" smtClean="0"/>
              <a:t>2026/3/10</a:t>
            </a:fld>
            <a:endParaRPr lang="zh-TW" altLang="en-US"/>
          </a:p>
        </p:txBody>
      </p:sp>
      <p:sp>
        <p:nvSpPr>
          <p:cNvPr id="6" name="頁尾版面配置區 5">
            <a:extLst>
              <a:ext uri="{FF2B5EF4-FFF2-40B4-BE49-F238E27FC236}">
                <a16:creationId xmlns:a16="http://schemas.microsoft.com/office/drawing/2014/main" id="{573CFDDA-6FA3-4E52-9399-3E476C29821C}"/>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3A098641-B40F-4F0E-A660-CA0263C8DB26}"/>
              </a:ext>
            </a:extLst>
          </p:cNvPr>
          <p:cNvSpPr>
            <a:spLocks noGrp="1"/>
          </p:cNvSpPr>
          <p:nvPr>
            <p:ph type="sldNum" sz="quarter" idx="12"/>
          </p:nvPr>
        </p:nvSpPr>
        <p:spPr/>
        <p:txBody>
          <a:bodyPr/>
          <a:lstStyle/>
          <a:p>
            <a:fld id="{0C489D90-9C38-4CD4-BEB9-56BC0FEE2574}" type="slidenum">
              <a:rPr lang="zh-TW" altLang="en-US" smtClean="0"/>
              <a:t>‹#›</a:t>
            </a:fld>
            <a:endParaRPr lang="zh-TW" altLang="en-US"/>
          </a:p>
        </p:txBody>
      </p:sp>
    </p:spTree>
    <p:extLst>
      <p:ext uri="{BB962C8B-B14F-4D97-AF65-F5344CB8AC3E}">
        <p14:creationId xmlns:p14="http://schemas.microsoft.com/office/powerpoint/2010/main" val="32729640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D1E812C-1110-4D68-B58C-BB3CAF1294F7}"/>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EF34A3A4-F719-4E40-BD24-250658342395}"/>
              </a:ext>
            </a:extLst>
          </p:cNvPr>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A0DB7223-A790-4787-B581-953A2C97F640}"/>
              </a:ext>
            </a:extLst>
          </p:cNvPr>
          <p:cNvSpPr>
            <a:spLocks noGrp="1"/>
          </p:cNvSpPr>
          <p:nvPr>
            <p:ph type="dt" sz="half" idx="10"/>
          </p:nvPr>
        </p:nvSpPr>
        <p:spPr/>
        <p:txBody>
          <a:bodyPr/>
          <a:lstStyle/>
          <a:p>
            <a:fld id="{D59CDA7E-0363-44E5-9889-996F766566D0}" type="datetimeFigureOut">
              <a:rPr lang="zh-TW" altLang="en-US" smtClean="0"/>
              <a:t>2026/3/10</a:t>
            </a:fld>
            <a:endParaRPr lang="zh-TW" altLang="en-US"/>
          </a:p>
        </p:txBody>
      </p:sp>
      <p:sp>
        <p:nvSpPr>
          <p:cNvPr id="5" name="頁尾版面配置區 4">
            <a:extLst>
              <a:ext uri="{FF2B5EF4-FFF2-40B4-BE49-F238E27FC236}">
                <a16:creationId xmlns:a16="http://schemas.microsoft.com/office/drawing/2014/main" id="{B2C4932A-97AB-43DB-A913-EF74F95498BE}"/>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D6776984-E843-45F3-8B42-454EC34CB722}"/>
              </a:ext>
            </a:extLst>
          </p:cNvPr>
          <p:cNvSpPr>
            <a:spLocks noGrp="1"/>
          </p:cNvSpPr>
          <p:nvPr>
            <p:ph type="sldNum" sz="quarter" idx="12"/>
          </p:nvPr>
        </p:nvSpPr>
        <p:spPr/>
        <p:txBody>
          <a:bodyPr/>
          <a:lstStyle/>
          <a:p>
            <a:fld id="{0C489D90-9C38-4CD4-BEB9-56BC0FEE2574}" type="slidenum">
              <a:rPr lang="zh-TW" altLang="en-US" smtClean="0"/>
              <a:t>‹#›</a:t>
            </a:fld>
            <a:endParaRPr lang="zh-TW" altLang="en-US"/>
          </a:p>
        </p:txBody>
      </p:sp>
    </p:spTree>
    <p:extLst>
      <p:ext uri="{BB962C8B-B14F-4D97-AF65-F5344CB8AC3E}">
        <p14:creationId xmlns:p14="http://schemas.microsoft.com/office/powerpoint/2010/main" val="8321179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0EB7BA18-2794-4A60-BD58-1523128AE07C}"/>
              </a:ext>
            </a:extLst>
          </p:cNvPr>
          <p:cNvSpPr>
            <a:spLocks noGrp="1"/>
          </p:cNvSpPr>
          <p:nvPr>
            <p:ph type="title" orient="vert"/>
          </p:nvPr>
        </p:nvSpPr>
        <p:spPr>
          <a:xfrm>
            <a:off x="11593439" y="1820808"/>
            <a:ext cx="3493219" cy="28982506"/>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778D4935-6AA7-4CC0-A74A-0BA3686D5056}"/>
              </a:ext>
            </a:extLst>
          </p:cNvPr>
          <p:cNvSpPr>
            <a:spLocks noGrp="1"/>
          </p:cNvSpPr>
          <p:nvPr>
            <p:ph type="body" orient="vert" idx="1"/>
          </p:nvPr>
        </p:nvSpPr>
        <p:spPr>
          <a:xfrm>
            <a:off x="1113780" y="1820808"/>
            <a:ext cx="10277153" cy="28982506"/>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6D2F1BBA-D953-458C-9991-972F52EBF82A}"/>
              </a:ext>
            </a:extLst>
          </p:cNvPr>
          <p:cNvSpPr>
            <a:spLocks noGrp="1"/>
          </p:cNvSpPr>
          <p:nvPr>
            <p:ph type="dt" sz="half" idx="10"/>
          </p:nvPr>
        </p:nvSpPr>
        <p:spPr/>
        <p:txBody>
          <a:bodyPr/>
          <a:lstStyle/>
          <a:p>
            <a:fld id="{D59CDA7E-0363-44E5-9889-996F766566D0}" type="datetimeFigureOut">
              <a:rPr lang="zh-TW" altLang="en-US" smtClean="0"/>
              <a:t>2026/3/10</a:t>
            </a:fld>
            <a:endParaRPr lang="zh-TW" altLang="en-US"/>
          </a:p>
        </p:txBody>
      </p:sp>
      <p:sp>
        <p:nvSpPr>
          <p:cNvPr id="5" name="頁尾版面配置區 4">
            <a:extLst>
              <a:ext uri="{FF2B5EF4-FFF2-40B4-BE49-F238E27FC236}">
                <a16:creationId xmlns:a16="http://schemas.microsoft.com/office/drawing/2014/main" id="{E8FA4138-B89D-4534-85D5-5ADE028A02BF}"/>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B3667119-0092-4A8D-8460-C6FB134D3BAD}"/>
              </a:ext>
            </a:extLst>
          </p:cNvPr>
          <p:cNvSpPr>
            <a:spLocks noGrp="1"/>
          </p:cNvSpPr>
          <p:nvPr>
            <p:ph type="sldNum" sz="quarter" idx="12"/>
          </p:nvPr>
        </p:nvSpPr>
        <p:spPr/>
        <p:txBody>
          <a:bodyPr/>
          <a:lstStyle/>
          <a:p>
            <a:fld id="{0C489D90-9C38-4CD4-BEB9-56BC0FEE2574}" type="slidenum">
              <a:rPr lang="zh-TW" altLang="en-US" smtClean="0"/>
              <a:t>‹#›</a:t>
            </a:fld>
            <a:endParaRPr lang="zh-TW" altLang="en-US"/>
          </a:p>
        </p:txBody>
      </p:sp>
    </p:spTree>
    <p:extLst>
      <p:ext uri="{BB962C8B-B14F-4D97-AF65-F5344CB8AC3E}">
        <p14:creationId xmlns:p14="http://schemas.microsoft.com/office/powerpoint/2010/main" val="40791804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DDE91859-3078-4CD6-A011-05567D0E7ABA}"/>
              </a:ext>
            </a:extLst>
          </p:cNvPr>
          <p:cNvSpPr>
            <a:spLocks noGrp="1"/>
          </p:cNvSpPr>
          <p:nvPr>
            <p:ph type="title"/>
          </p:nvPr>
        </p:nvSpPr>
        <p:spPr>
          <a:xfrm>
            <a:off x="1113780" y="1820810"/>
            <a:ext cx="13972878" cy="6610325"/>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9A7D0595-E44F-4E03-A9A9-61027DB7B973}"/>
              </a:ext>
            </a:extLst>
          </p:cNvPr>
          <p:cNvSpPr>
            <a:spLocks noGrp="1"/>
          </p:cNvSpPr>
          <p:nvPr>
            <p:ph type="body" idx="1"/>
          </p:nvPr>
        </p:nvSpPr>
        <p:spPr>
          <a:xfrm>
            <a:off x="1113780" y="9104037"/>
            <a:ext cx="13972878" cy="21699277"/>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8C1654E9-1AEC-4165-B8AD-C10604DF6431}"/>
              </a:ext>
            </a:extLst>
          </p:cNvPr>
          <p:cNvSpPr>
            <a:spLocks noGrp="1"/>
          </p:cNvSpPr>
          <p:nvPr>
            <p:ph type="dt" sz="half" idx="2"/>
          </p:nvPr>
        </p:nvSpPr>
        <p:spPr>
          <a:xfrm>
            <a:off x="1113780" y="31697885"/>
            <a:ext cx="3645099" cy="1820807"/>
          </a:xfrm>
          <a:prstGeom prst="rect">
            <a:avLst/>
          </a:prstGeom>
        </p:spPr>
        <p:txBody>
          <a:bodyPr vert="horz" lIns="91440" tIns="45720" rIns="91440" bIns="45720" rtlCol="0" anchor="ctr"/>
          <a:lstStyle>
            <a:lvl1pPr algn="l">
              <a:defRPr sz="1595">
                <a:solidFill>
                  <a:schemeClr val="tx1">
                    <a:tint val="75000"/>
                  </a:schemeClr>
                </a:solidFill>
              </a:defRPr>
            </a:lvl1pPr>
          </a:lstStyle>
          <a:p>
            <a:fld id="{D59CDA7E-0363-44E5-9889-996F766566D0}" type="datetimeFigureOut">
              <a:rPr lang="zh-TW" altLang="en-US" smtClean="0"/>
              <a:t>2026/3/10</a:t>
            </a:fld>
            <a:endParaRPr lang="zh-TW" altLang="en-US"/>
          </a:p>
        </p:txBody>
      </p:sp>
      <p:sp>
        <p:nvSpPr>
          <p:cNvPr id="5" name="頁尾版面配置區 4">
            <a:extLst>
              <a:ext uri="{FF2B5EF4-FFF2-40B4-BE49-F238E27FC236}">
                <a16:creationId xmlns:a16="http://schemas.microsoft.com/office/drawing/2014/main" id="{6EBDB8E8-E660-420F-9118-49ED224E6FCE}"/>
              </a:ext>
            </a:extLst>
          </p:cNvPr>
          <p:cNvSpPr>
            <a:spLocks noGrp="1"/>
          </p:cNvSpPr>
          <p:nvPr>
            <p:ph type="ftr" sz="quarter" idx="3"/>
          </p:nvPr>
        </p:nvSpPr>
        <p:spPr>
          <a:xfrm>
            <a:off x="5366395" y="31697885"/>
            <a:ext cx="5467648" cy="1820807"/>
          </a:xfrm>
          <a:prstGeom prst="rect">
            <a:avLst/>
          </a:prstGeom>
        </p:spPr>
        <p:txBody>
          <a:bodyPr vert="horz" lIns="91440" tIns="45720" rIns="91440" bIns="45720" rtlCol="0" anchor="ctr"/>
          <a:lstStyle>
            <a:lvl1pPr algn="ctr">
              <a:defRPr sz="1595">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98A60619-9E4C-4B28-9DA3-82F0241C3FA2}"/>
              </a:ext>
            </a:extLst>
          </p:cNvPr>
          <p:cNvSpPr>
            <a:spLocks noGrp="1"/>
          </p:cNvSpPr>
          <p:nvPr>
            <p:ph type="sldNum" sz="quarter" idx="4"/>
          </p:nvPr>
        </p:nvSpPr>
        <p:spPr>
          <a:xfrm>
            <a:off x="11441559" y="31697885"/>
            <a:ext cx="3645099" cy="1820807"/>
          </a:xfrm>
          <a:prstGeom prst="rect">
            <a:avLst/>
          </a:prstGeom>
        </p:spPr>
        <p:txBody>
          <a:bodyPr vert="horz" lIns="91440" tIns="45720" rIns="91440" bIns="45720" rtlCol="0" anchor="ctr"/>
          <a:lstStyle>
            <a:lvl1pPr algn="r">
              <a:defRPr sz="1595">
                <a:solidFill>
                  <a:schemeClr val="tx1">
                    <a:tint val="75000"/>
                  </a:schemeClr>
                </a:solidFill>
              </a:defRPr>
            </a:lvl1pPr>
          </a:lstStyle>
          <a:p>
            <a:fld id="{0C489D90-9C38-4CD4-BEB9-56BC0FEE2574}" type="slidenum">
              <a:rPr lang="zh-TW" altLang="en-US" smtClean="0"/>
              <a:t>‹#›</a:t>
            </a:fld>
            <a:endParaRPr lang="zh-TW" altLang="en-US"/>
          </a:p>
        </p:txBody>
      </p:sp>
    </p:spTree>
    <p:extLst>
      <p:ext uri="{BB962C8B-B14F-4D97-AF65-F5344CB8AC3E}">
        <p14:creationId xmlns:p14="http://schemas.microsoft.com/office/powerpoint/2010/main" val="2536929820"/>
      </p:ext>
    </p:extLst>
  </p:cSld>
  <p:clrMap bg1="lt1" tx1="dk1" bg2="lt2" tx2="dk2" accent1="accent1" accent2="accent2" accent3="accent3" accent4="accent4" accent5="accent5" accent6="accent6" hlink="hlink" folHlink="folHlink"/>
  <p:sldLayoutIdLst>
    <p:sldLayoutId id="2147483852" r:id="rId1"/>
    <p:sldLayoutId id="2147483853" r:id="rId2"/>
    <p:sldLayoutId id="2147483854" r:id="rId3"/>
    <p:sldLayoutId id="2147483855" r:id="rId4"/>
    <p:sldLayoutId id="2147483856" r:id="rId5"/>
    <p:sldLayoutId id="2147483857" r:id="rId6"/>
    <p:sldLayoutId id="2147483858" r:id="rId7"/>
    <p:sldLayoutId id="2147483859" r:id="rId8"/>
    <p:sldLayoutId id="2147483860" r:id="rId9"/>
    <p:sldLayoutId id="2147483861" r:id="rId10"/>
    <p:sldLayoutId id="2147483862" r:id="rId11"/>
  </p:sldLayoutIdLst>
  <p:txStyles>
    <p:titleStyle>
      <a:lvl1pPr algn="l" defTabSz="1215055" rtl="0" eaLnBrk="1" latinLnBrk="0" hangingPunct="1">
        <a:lnSpc>
          <a:spcPct val="90000"/>
        </a:lnSpc>
        <a:spcBef>
          <a:spcPct val="0"/>
        </a:spcBef>
        <a:buNone/>
        <a:defRPr sz="5847" kern="1200">
          <a:solidFill>
            <a:schemeClr val="tx1"/>
          </a:solidFill>
          <a:latin typeface="+mj-lt"/>
          <a:ea typeface="+mj-ea"/>
          <a:cs typeface="+mj-cs"/>
        </a:defRPr>
      </a:lvl1pPr>
    </p:titleStyle>
    <p:bodyStyle>
      <a:lvl1pPr marL="303764" indent="-303764" algn="l" defTabSz="1215055" rtl="0" eaLnBrk="1" latinLnBrk="0" hangingPunct="1">
        <a:lnSpc>
          <a:spcPct val="90000"/>
        </a:lnSpc>
        <a:spcBef>
          <a:spcPts val="1329"/>
        </a:spcBef>
        <a:buFont typeface="Arial" panose="020B0604020202020204" pitchFamily="34" charset="0"/>
        <a:buChar char="•"/>
        <a:defRPr sz="3721" kern="1200">
          <a:solidFill>
            <a:schemeClr val="tx1"/>
          </a:solidFill>
          <a:latin typeface="+mn-lt"/>
          <a:ea typeface="+mn-ea"/>
          <a:cs typeface="+mn-cs"/>
        </a:defRPr>
      </a:lvl1pPr>
      <a:lvl2pPr marL="911291" indent="-303764" algn="l" defTabSz="1215055" rtl="0" eaLnBrk="1" latinLnBrk="0" hangingPunct="1">
        <a:lnSpc>
          <a:spcPct val="90000"/>
        </a:lnSpc>
        <a:spcBef>
          <a:spcPts val="664"/>
        </a:spcBef>
        <a:buFont typeface="Arial" panose="020B0604020202020204" pitchFamily="34" charset="0"/>
        <a:buChar char="•"/>
        <a:defRPr sz="3189" kern="1200">
          <a:solidFill>
            <a:schemeClr val="tx1"/>
          </a:solidFill>
          <a:latin typeface="+mn-lt"/>
          <a:ea typeface="+mn-ea"/>
          <a:cs typeface="+mn-cs"/>
        </a:defRPr>
      </a:lvl2pPr>
      <a:lvl3pPr marL="1518818" indent="-303764" algn="l" defTabSz="1215055" rtl="0" eaLnBrk="1" latinLnBrk="0" hangingPunct="1">
        <a:lnSpc>
          <a:spcPct val="90000"/>
        </a:lnSpc>
        <a:spcBef>
          <a:spcPts val="664"/>
        </a:spcBef>
        <a:buFont typeface="Arial" panose="020B0604020202020204" pitchFamily="34" charset="0"/>
        <a:buChar char="•"/>
        <a:defRPr sz="2658" kern="1200">
          <a:solidFill>
            <a:schemeClr val="tx1"/>
          </a:solidFill>
          <a:latin typeface="+mn-lt"/>
          <a:ea typeface="+mn-ea"/>
          <a:cs typeface="+mn-cs"/>
        </a:defRPr>
      </a:lvl3pPr>
      <a:lvl4pPr marL="2126346" indent="-303764" algn="l" defTabSz="1215055" rtl="0" eaLnBrk="1" latinLnBrk="0" hangingPunct="1">
        <a:lnSpc>
          <a:spcPct val="90000"/>
        </a:lnSpc>
        <a:spcBef>
          <a:spcPts val="664"/>
        </a:spcBef>
        <a:buFont typeface="Arial" panose="020B0604020202020204" pitchFamily="34" charset="0"/>
        <a:buChar char="•"/>
        <a:defRPr sz="2392" kern="1200">
          <a:solidFill>
            <a:schemeClr val="tx1"/>
          </a:solidFill>
          <a:latin typeface="+mn-lt"/>
          <a:ea typeface="+mn-ea"/>
          <a:cs typeface="+mn-cs"/>
        </a:defRPr>
      </a:lvl4pPr>
      <a:lvl5pPr marL="2733873" indent="-303764" algn="l" defTabSz="1215055" rtl="0" eaLnBrk="1" latinLnBrk="0" hangingPunct="1">
        <a:lnSpc>
          <a:spcPct val="90000"/>
        </a:lnSpc>
        <a:spcBef>
          <a:spcPts val="664"/>
        </a:spcBef>
        <a:buFont typeface="Arial" panose="020B0604020202020204" pitchFamily="34" charset="0"/>
        <a:buChar char="•"/>
        <a:defRPr sz="2392" kern="1200">
          <a:solidFill>
            <a:schemeClr val="tx1"/>
          </a:solidFill>
          <a:latin typeface="+mn-lt"/>
          <a:ea typeface="+mn-ea"/>
          <a:cs typeface="+mn-cs"/>
        </a:defRPr>
      </a:lvl5pPr>
      <a:lvl6pPr marL="3341400" indent="-303764" algn="l" defTabSz="1215055" rtl="0" eaLnBrk="1" latinLnBrk="0" hangingPunct="1">
        <a:lnSpc>
          <a:spcPct val="90000"/>
        </a:lnSpc>
        <a:spcBef>
          <a:spcPts val="664"/>
        </a:spcBef>
        <a:buFont typeface="Arial" panose="020B0604020202020204" pitchFamily="34" charset="0"/>
        <a:buChar char="•"/>
        <a:defRPr sz="2392" kern="1200">
          <a:solidFill>
            <a:schemeClr val="tx1"/>
          </a:solidFill>
          <a:latin typeface="+mn-lt"/>
          <a:ea typeface="+mn-ea"/>
          <a:cs typeface="+mn-cs"/>
        </a:defRPr>
      </a:lvl6pPr>
      <a:lvl7pPr marL="3948928" indent="-303764" algn="l" defTabSz="1215055" rtl="0" eaLnBrk="1" latinLnBrk="0" hangingPunct="1">
        <a:lnSpc>
          <a:spcPct val="90000"/>
        </a:lnSpc>
        <a:spcBef>
          <a:spcPts val="664"/>
        </a:spcBef>
        <a:buFont typeface="Arial" panose="020B0604020202020204" pitchFamily="34" charset="0"/>
        <a:buChar char="•"/>
        <a:defRPr sz="2392" kern="1200">
          <a:solidFill>
            <a:schemeClr val="tx1"/>
          </a:solidFill>
          <a:latin typeface="+mn-lt"/>
          <a:ea typeface="+mn-ea"/>
          <a:cs typeface="+mn-cs"/>
        </a:defRPr>
      </a:lvl7pPr>
      <a:lvl8pPr marL="4556455" indent="-303764" algn="l" defTabSz="1215055" rtl="0" eaLnBrk="1" latinLnBrk="0" hangingPunct="1">
        <a:lnSpc>
          <a:spcPct val="90000"/>
        </a:lnSpc>
        <a:spcBef>
          <a:spcPts val="664"/>
        </a:spcBef>
        <a:buFont typeface="Arial" panose="020B0604020202020204" pitchFamily="34" charset="0"/>
        <a:buChar char="•"/>
        <a:defRPr sz="2392" kern="1200">
          <a:solidFill>
            <a:schemeClr val="tx1"/>
          </a:solidFill>
          <a:latin typeface="+mn-lt"/>
          <a:ea typeface="+mn-ea"/>
          <a:cs typeface="+mn-cs"/>
        </a:defRPr>
      </a:lvl8pPr>
      <a:lvl9pPr marL="5163983" indent="-303764" algn="l" defTabSz="1215055" rtl="0" eaLnBrk="1" latinLnBrk="0" hangingPunct="1">
        <a:lnSpc>
          <a:spcPct val="90000"/>
        </a:lnSpc>
        <a:spcBef>
          <a:spcPts val="664"/>
        </a:spcBef>
        <a:buFont typeface="Arial" panose="020B0604020202020204" pitchFamily="34" charset="0"/>
        <a:buChar char="•"/>
        <a:defRPr sz="2392" kern="1200">
          <a:solidFill>
            <a:schemeClr val="tx1"/>
          </a:solidFill>
          <a:latin typeface="+mn-lt"/>
          <a:ea typeface="+mn-ea"/>
          <a:cs typeface="+mn-cs"/>
        </a:defRPr>
      </a:lvl9pPr>
    </p:bodyStyle>
    <p:otherStyle>
      <a:defPPr>
        <a:defRPr lang="zh-TW"/>
      </a:defPPr>
      <a:lvl1pPr marL="0" algn="l" defTabSz="1215055" rtl="0" eaLnBrk="1" latinLnBrk="0" hangingPunct="1">
        <a:defRPr sz="2392" kern="1200">
          <a:solidFill>
            <a:schemeClr val="tx1"/>
          </a:solidFill>
          <a:latin typeface="+mn-lt"/>
          <a:ea typeface="+mn-ea"/>
          <a:cs typeface="+mn-cs"/>
        </a:defRPr>
      </a:lvl1pPr>
      <a:lvl2pPr marL="607527" algn="l" defTabSz="1215055" rtl="0" eaLnBrk="1" latinLnBrk="0" hangingPunct="1">
        <a:defRPr sz="2392" kern="1200">
          <a:solidFill>
            <a:schemeClr val="tx1"/>
          </a:solidFill>
          <a:latin typeface="+mn-lt"/>
          <a:ea typeface="+mn-ea"/>
          <a:cs typeface="+mn-cs"/>
        </a:defRPr>
      </a:lvl2pPr>
      <a:lvl3pPr marL="1215055" algn="l" defTabSz="1215055" rtl="0" eaLnBrk="1" latinLnBrk="0" hangingPunct="1">
        <a:defRPr sz="2392" kern="1200">
          <a:solidFill>
            <a:schemeClr val="tx1"/>
          </a:solidFill>
          <a:latin typeface="+mn-lt"/>
          <a:ea typeface="+mn-ea"/>
          <a:cs typeface="+mn-cs"/>
        </a:defRPr>
      </a:lvl3pPr>
      <a:lvl4pPr marL="1822582" algn="l" defTabSz="1215055" rtl="0" eaLnBrk="1" latinLnBrk="0" hangingPunct="1">
        <a:defRPr sz="2392" kern="1200">
          <a:solidFill>
            <a:schemeClr val="tx1"/>
          </a:solidFill>
          <a:latin typeface="+mn-lt"/>
          <a:ea typeface="+mn-ea"/>
          <a:cs typeface="+mn-cs"/>
        </a:defRPr>
      </a:lvl4pPr>
      <a:lvl5pPr marL="2430109" algn="l" defTabSz="1215055" rtl="0" eaLnBrk="1" latinLnBrk="0" hangingPunct="1">
        <a:defRPr sz="2392" kern="1200">
          <a:solidFill>
            <a:schemeClr val="tx1"/>
          </a:solidFill>
          <a:latin typeface="+mn-lt"/>
          <a:ea typeface="+mn-ea"/>
          <a:cs typeface="+mn-cs"/>
        </a:defRPr>
      </a:lvl5pPr>
      <a:lvl6pPr marL="3037637" algn="l" defTabSz="1215055" rtl="0" eaLnBrk="1" latinLnBrk="0" hangingPunct="1">
        <a:defRPr sz="2392" kern="1200">
          <a:solidFill>
            <a:schemeClr val="tx1"/>
          </a:solidFill>
          <a:latin typeface="+mn-lt"/>
          <a:ea typeface="+mn-ea"/>
          <a:cs typeface="+mn-cs"/>
        </a:defRPr>
      </a:lvl6pPr>
      <a:lvl7pPr marL="3645164" algn="l" defTabSz="1215055" rtl="0" eaLnBrk="1" latinLnBrk="0" hangingPunct="1">
        <a:defRPr sz="2392" kern="1200">
          <a:solidFill>
            <a:schemeClr val="tx1"/>
          </a:solidFill>
          <a:latin typeface="+mn-lt"/>
          <a:ea typeface="+mn-ea"/>
          <a:cs typeface="+mn-cs"/>
        </a:defRPr>
      </a:lvl7pPr>
      <a:lvl8pPr marL="4252692" algn="l" defTabSz="1215055" rtl="0" eaLnBrk="1" latinLnBrk="0" hangingPunct="1">
        <a:defRPr sz="2392" kern="1200">
          <a:solidFill>
            <a:schemeClr val="tx1"/>
          </a:solidFill>
          <a:latin typeface="+mn-lt"/>
          <a:ea typeface="+mn-ea"/>
          <a:cs typeface="+mn-cs"/>
        </a:defRPr>
      </a:lvl8pPr>
      <a:lvl9pPr marL="4860219" algn="l" defTabSz="1215055" rtl="0" eaLnBrk="1" latinLnBrk="0" hangingPunct="1">
        <a:defRPr sz="2392"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jpeg"/><Relationship Id="rId7" Type="http://schemas.openxmlformats.org/officeDocument/2006/relationships/image" Target="../media/image6.jpe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jpe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80000">
              <a:schemeClr val="accent1">
                <a:lumMod val="45000"/>
                <a:lumOff val="55000"/>
              </a:schemeClr>
            </a:gs>
            <a:gs pos="100000">
              <a:schemeClr val="accent1">
                <a:lumMod val="45000"/>
                <a:lumOff val="55000"/>
              </a:schemeClr>
            </a:gs>
            <a:gs pos="100000">
              <a:schemeClr val="accent1">
                <a:lumMod val="30000"/>
                <a:lumOff val="70000"/>
              </a:schemeClr>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20" name="矩形: 圓角 19">
            <a:extLst>
              <a:ext uri="{FF2B5EF4-FFF2-40B4-BE49-F238E27FC236}">
                <a16:creationId xmlns:a16="http://schemas.microsoft.com/office/drawing/2014/main" id="{19A11DBF-8507-43ED-B43D-790285D4DD48}"/>
              </a:ext>
            </a:extLst>
          </p:cNvPr>
          <p:cNvSpPr/>
          <p:nvPr/>
        </p:nvSpPr>
        <p:spPr>
          <a:xfrm>
            <a:off x="891250" y="11031864"/>
            <a:ext cx="14417939" cy="19618745"/>
          </a:xfrm>
          <a:prstGeom prst="roundRect">
            <a:avLst/>
          </a:prstGeom>
          <a:solidFill>
            <a:schemeClr val="accent5">
              <a:lumMod val="20000"/>
              <a:lumOff val="80000"/>
            </a:schemeClr>
          </a:solidFill>
          <a:ln w="28575" cap="flat">
            <a:solidFill>
              <a:schemeClr val="accent5"/>
            </a:solidFill>
            <a:miter lim="800000"/>
          </a:ln>
          <a:effectLst/>
        </p:spPr>
        <p:style>
          <a:lnRef idx="1">
            <a:schemeClr val="accent5"/>
          </a:lnRef>
          <a:fillRef idx="2">
            <a:schemeClr val="accent5"/>
          </a:fillRef>
          <a:effectRef idx="1">
            <a:schemeClr val="accent5"/>
          </a:effectRef>
          <a:fontRef idx="minor">
            <a:schemeClr val="dk1"/>
          </a:fontRef>
        </p:style>
        <p:txBody>
          <a:bodyPr rtlCol="0" anchor="t"/>
          <a:lstStyle/>
          <a:p>
            <a:r>
              <a:rPr lang="zh-TW" altLang="en-US" sz="2400" dirty="0">
                <a:latin typeface="標楷體" panose="03000509000000000000" pitchFamily="65" charset="-120"/>
                <a:ea typeface="標楷體" panose="03000509000000000000" pitchFamily="65" charset="-120"/>
              </a:rPr>
              <a:t>軟體</a:t>
            </a:r>
            <a:r>
              <a:rPr lang="en-US" altLang="zh-TW" sz="2400" dirty="0">
                <a:latin typeface="標楷體" panose="03000509000000000000" pitchFamily="65" charset="-120"/>
                <a:ea typeface="標楷體" panose="03000509000000000000" pitchFamily="65" charset="-120"/>
              </a:rPr>
              <a:t>:</a:t>
            </a:r>
          </a:p>
          <a:p>
            <a:r>
              <a:rPr lang="zh-TW" altLang="en-US" sz="2400" dirty="0">
                <a:latin typeface="標楷體" panose="03000509000000000000" pitchFamily="65" charset="-120"/>
                <a:ea typeface="標楷體" panose="03000509000000000000" pitchFamily="65" charset="-120"/>
              </a:rPr>
              <a:t>又分成兩大部分，一部份為資料庫，另一部份為安卓。我們先透過</a:t>
            </a:r>
            <a:r>
              <a:rPr lang="en-US" altLang="zh-TW" sz="2400" dirty="0" err="1">
                <a:latin typeface="標楷體" panose="03000509000000000000" pitchFamily="65" charset="-120"/>
                <a:ea typeface="標楷體" panose="03000509000000000000" pitchFamily="65" charset="-120"/>
              </a:rPr>
              <a:t>Xampp</a:t>
            </a:r>
            <a:r>
              <a:rPr lang="zh-TW" altLang="en-US" sz="2400" dirty="0">
                <a:latin typeface="標楷體" panose="03000509000000000000" pitchFamily="65" charset="-120"/>
                <a:ea typeface="標楷體" panose="03000509000000000000" pitchFamily="65" charset="-120"/>
              </a:rPr>
              <a:t>將資料庫架好，如</a:t>
            </a:r>
            <a:r>
              <a:rPr lang="en-US" altLang="zh-TW" sz="2400" dirty="0">
                <a:latin typeface="標楷體" panose="03000509000000000000" pitchFamily="65" charset="-120"/>
                <a:ea typeface="標楷體" panose="03000509000000000000" pitchFamily="65" charset="-120"/>
              </a:rPr>
              <a:t>(</a:t>
            </a:r>
            <a:r>
              <a:rPr lang="zh-TW" altLang="en-US" sz="2400" dirty="0">
                <a:latin typeface="標楷體" panose="03000509000000000000" pitchFamily="65" charset="-120"/>
                <a:ea typeface="標楷體" panose="03000509000000000000" pitchFamily="65" charset="-120"/>
              </a:rPr>
              <a:t>圖</a:t>
            </a:r>
            <a:r>
              <a:rPr lang="en-US" altLang="zh-TW" sz="2400" dirty="0">
                <a:latin typeface="標楷體" panose="03000509000000000000" pitchFamily="65" charset="-120"/>
                <a:ea typeface="標楷體" panose="03000509000000000000" pitchFamily="65" charset="-120"/>
              </a:rPr>
              <a:t>1)</a:t>
            </a:r>
            <a:r>
              <a:rPr lang="zh-TW" altLang="en-US" sz="2400" dirty="0">
                <a:latin typeface="標楷體" panose="03000509000000000000" pitchFamily="65" charset="-120"/>
                <a:ea typeface="標楷體" panose="03000509000000000000" pitchFamily="65" charset="-120"/>
              </a:rPr>
              <a:t>，再用</a:t>
            </a:r>
            <a:r>
              <a:rPr lang="en-US" altLang="zh-TW" sz="2400" dirty="0">
                <a:latin typeface="標楷體" panose="03000509000000000000" pitchFamily="65" charset="-120"/>
                <a:ea typeface="標楷體" panose="03000509000000000000" pitchFamily="65" charset="-120"/>
              </a:rPr>
              <a:t>Android</a:t>
            </a:r>
            <a:r>
              <a:rPr lang="zh-TW" altLang="en-US" sz="2400" dirty="0">
                <a:latin typeface="標楷體" panose="03000509000000000000" pitchFamily="65" charset="-120"/>
                <a:ea typeface="標楷體" panose="03000509000000000000" pitchFamily="65" charset="-120"/>
              </a:rPr>
              <a:t>將</a:t>
            </a:r>
            <a:r>
              <a:rPr lang="en-US" altLang="zh-TW" sz="2400" dirty="0">
                <a:latin typeface="標楷體" panose="03000509000000000000" pitchFamily="65" charset="-120"/>
                <a:ea typeface="標楷體" panose="03000509000000000000" pitchFamily="65" charset="-120"/>
              </a:rPr>
              <a:t>App</a:t>
            </a:r>
            <a:r>
              <a:rPr lang="zh-TW" altLang="en-US" sz="2400" dirty="0">
                <a:latin typeface="標楷體" panose="03000509000000000000" pitchFamily="65" charset="-120"/>
                <a:ea typeface="標楷體" panose="03000509000000000000" pitchFamily="65" charset="-120"/>
              </a:rPr>
              <a:t>的介面寫完，如</a:t>
            </a:r>
            <a:r>
              <a:rPr lang="en-US" altLang="zh-TW" sz="2400" dirty="0">
                <a:latin typeface="標楷體" panose="03000509000000000000" pitchFamily="65" charset="-120"/>
                <a:ea typeface="標楷體" panose="03000509000000000000" pitchFamily="65" charset="-120"/>
              </a:rPr>
              <a:t>(</a:t>
            </a:r>
            <a:r>
              <a:rPr lang="zh-TW" altLang="en-US" sz="2400" dirty="0">
                <a:latin typeface="標楷體" panose="03000509000000000000" pitchFamily="65" charset="-120"/>
                <a:ea typeface="標楷體" panose="03000509000000000000" pitchFamily="65" charset="-120"/>
              </a:rPr>
              <a:t>圖</a:t>
            </a:r>
            <a:r>
              <a:rPr lang="en-US" altLang="zh-TW" sz="2400" dirty="0">
                <a:latin typeface="標楷體" panose="03000509000000000000" pitchFamily="65" charset="-120"/>
                <a:ea typeface="標楷體" panose="03000509000000000000" pitchFamily="65" charset="-120"/>
              </a:rPr>
              <a:t>2)</a:t>
            </a:r>
            <a:r>
              <a:rPr lang="zh-TW" altLang="en-US" sz="2400" dirty="0">
                <a:latin typeface="標楷體" panose="03000509000000000000" pitchFamily="65" charset="-120"/>
                <a:ea typeface="標楷體" panose="03000509000000000000" pitchFamily="65" charset="-120"/>
              </a:rPr>
              <a:t>，最後透過</a:t>
            </a:r>
            <a:r>
              <a:rPr lang="en-US" altLang="zh-TW" sz="2400" dirty="0">
                <a:latin typeface="標楷體" panose="03000509000000000000" pitchFamily="65" charset="-120"/>
                <a:ea typeface="標楷體" panose="03000509000000000000" pitchFamily="65" charset="-120"/>
              </a:rPr>
              <a:t>php</a:t>
            </a:r>
            <a:r>
              <a:rPr lang="zh-TW" altLang="en-US" sz="2400" dirty="0">
                <a:latin typeface="標楷體" panose="03000509000000000000" pitchFamily="65" charset="-120"/>
                <a:ea typeface="標楷體" panose="03000509000000000000" pitchFamily="65" charset="-120"/>
              </a:rPr>
              <a:t>將資料在</a:t>
            </a:r>
            <a:r>
              <a:rPr lang="en-US" altLang="zh-TW" sz="2400" dirty="0">
                <a:latin typeface="標楷體" panose="03000509000000000000" pitchFamily="65" charset="-120"/>
                <a:ea typeface="標楷體" panose="03000509000000000000" pitchFamily="65" charset="-120"/>
              </a:rPr>
              <a:t>Android</a:t>
            </a:r>
            <a:r>
              <a:rPr lang="zh-TW" altLang="en-US" sz="2400" dirty="0">
                <a:latin typeface="標楷體" panose="03000509000000000000" pitchFamily="65" charset="-120"/>
                <a:ea typeface="標楷體" panose="03000509000000000000" pitchFamily="65" charset="-120"/>
              </a:rPr>
              <a:t>和資料庫中傳遞，來達成用</a:t>
            </a:r>
            <a:r>
              <a:rPr lang="en-US" altLang="zh-TW" sz="2400" dirty="0">
                <a:latin typeface="標楷體" panose="03000509000000000000" pitchFamily="65" charset="-120"/>
                <a:ea typeface="標楷體" panose="03000509000000000000" pitchFamily="65" charset="-120"/>
              </a:rPr>
              <a:t>app</a:t>
            </a:r>
            <a:r>
              <a:rPr lang="zh-TW" altLang="en-US" sz="2400" dirty="0">
                <a:latin typeface="標楷體" panose="03000509000000000000" pitchFamily="65" charset="-120"/>
                <a:ea typeface="標楷體" panose="03000509000000000000" pitchFamily="65" charset="-120"/>
              </a:rPr>
              <a:t>存取使用者的資訊，最後的成品如</a:t>
            </a:r>
            <a:r>
              <a:rPr lang="en-US" altLang="zh-TW" sz="2400" dirty="0">
                <a:latin typeface="標楷體" panose="03000509000000000000" pitchFamily="65" charset="-120"/>
                <a:ea typeface="標楷體" panose="03000509000000000000" pitchFamily="65" charset="-120"/>
              </a:rPr>
              <a:t>(</a:t>
            </a:r>
            <a:r>
              <a:rPr lang="zh-TW" altLang="en-US" sz="2400" dirty="0">
                <a:latin typeface="標楷體" panose="03000509000000000000" pitchFamily="65" charset="-120"/>
                <a:ea typeface="標楷體" panose="03000509000000000000" pitchFamily="65" charset="-120"/>
              </a:rPr>
              <a:t>圖</a:t>
            </a:r>
            <a:r>
              <a:rPr lang="en-US" altLang="zh-TW" sz="2400" dirty="0">
                <a:latin typeface="標楷體" panose="03000509000000000000" pitchFamily="65" charset="-120"/>
                <a:ea typeface="標楷體" panose="03000509000000000000" pitchFamily="65" charset="-120"/>
              </a:rPr>
              <a:t>3)</a:t>
            </a:r>
            <a:r>
              <a:rPr lang="zh-TW" altLang="en-US" sz="2400" dirty="0">
                <a:latin typeface="標楷體" panose="03000509000000000000" pitchFamily="65" charset="-120"/>
                <a:ea typeface="標楷體" panose="03000509000000000000" pitchFamily="65" charset="-120"/>
              </a:rPr>
              <a:t>。</a:t>
            </a:r>
            <a:endParaRPr lang="en-US" altLang="zh-TW" sz="2400" dirty="0">
              <a:latin typeface="標楷體" panose="03000509000000000000" pitchFamily="65" charset="-120"/>
              <a:ea typeface="標楷體" panose="03000509000000000000" pitchFamily="65" charset="-120"/>
            </a:endParaRPr>
          </a:p>
          <a:p>
            <a:endParaRPr lang="en-US" altLang="zh-TW" sz="2400" dirty="0">
              <a:latin typeface="標楷體" panose="03000509000000000000" pitchFamily="65" charset="-120"/>
              <a:ea typeface="標楷體" panose="03000509000000000000" pitchFamily="65" charset="-120"/>
            </a:endParaRPr>
          </a:p>
          <a:p>
            <a:endParaRPr lang="en-US" altLang="zh-TW" sz="2400" dirty="0">
              <a:latin typeface="標楷體" panose="03000509000000000000" pitchFamily="65" charset="-120"/>
              <a:ea typeface="標楷體" panose="03000509000000000000" pitchFamily="65" charset="-120"/>
            </a:endParaRPr>
          </a:p>
          <a:p>
            <a:endParaRPr lang="en-US" altLang="zh-TW" sz="2400" dirty="0">
              <a:latin typeface="標楷體" panose="03000509000000000000" pitchFamily="65" charset="-120"/>
              <a:ea typeface="標楷體" panose="03000509000000000000" pitchFamily="65" charset="-120"/>
            </a:endParaRPr>
          </a:p>
          <a:p>
            <a:endParaRPr lang="en-US" altLang="zh-TW" sz="2400" dirty="0">
              <a:latin typeface="標楷體" panose="03000509000000000000" pitchFamily="65" charset="-120"/>
              <a:ea typeface="標楷體" panose="03000509000000000000" pitchFamily="65" charset="-120"/>
            </a:endParaRPr>
          </a:p>
          <a:p>
            <a:endParaRPr lang="en-US" altLang="zh-TW" sz="2400" dirty="0">
              <a:latin typeface="標楷體" panose="03000509000000000000" pitchFamily="65" charset="-120"/>
              <a:ea typeface="標楷體" panose="03000509000000000000" pitchFamily="65" charset="-120"/>
            </a:endParaRPr>
          </a:p>
          <a:p>
            <a:endParaRPr lang="en-US" altLang="zh-TW" sz="2400" dirty="0">
              <a:latin typeface="標楷體" panose="03000509000000000000" pitchFamily="65" charset="-120"/>
              <a:ea typeface="標楷體" panose="03000509000000000000" pitchFamily="65" charset="-120"/>
            </a:endParaRPr>
          </a:p>
          <a:p>
            <a:endParaRPr lang="en-US" altLang="zh-TW" sz="2400" dirty="0">
              <a:latin typeface="標楷體" panose="03000509000000000000" pitchFamily="65" charset="-120"/>
              <a:ea typeface="標楷體" panose="03000509000000000000" pitchFamily="65" charset="-120"/>
            </a:endParaRPr>
          </a:p>
          <a:p>
            <a:endParaRPr lang="en-US" altLang="zh-TW" sz="2400" dirty="0">
              <a:latin typeface="標楷體" panose="03000509000000000000" pitchFamily="65" charset="-120"/>
              <a:ea typeface="標楷體" panose="03000509000000000000" pitchFamily="65" charset="-120"/>
            </a:endParaRPr>
          </a:p>
          <a:p>
            <a:endParaRPr lang="en-US" altLang="zh-TW" sz="2400" dirty="0">
              <a:latin typeface="標楷體" panose="03000509000000000000" pitchFamily="65" charset="-120"/>
              <a:ea typeface="標楷體" panose="03000509000000000000" pitchFamily="65" charset="-120"/>
            </a:endParaRPr>
          </a:p>
          <a:p>
            <a:endParaRPr lang="en-US" altLang="zh-TW" sz="2400" dirty="0">
              <a:latin typeface="標楷體" panose="03000509000000000000" pitchFamily="65" charset="-120"/>
              <a:ea typeface="標楷體" panose="03000509000000000000" pitchFamily="65" charset="-120"/>
            </a:endParaRPr>
          </a:p>
          <a:p>
            <a:endParaRPr lang="en-US" altLang="zh-TW" sz="2400" dirty="0">
              <a:latin typeface="標楷體" panose="03000509000000000000" pitchFamily="65" charset="-120"/>
              <a:ea typeface="標楷體" panose="03000509000000000000" pitchFamily="65" charset="-120"/>
            </a:endParaRPr>
          </a:p>
          <a:p>
            <a:endParaRPr lang="en-US" altLang="zh-TW" sz="2400" dirty="0">
              <a:latin typeface="標楷體" panose="03000509000000000000" pitchFamily="65" charset="-120"/>
              <a:ea typeface="標楷體" panose="03000509000000000000" pitchFamily="65" charset="-120"/>
            </a:endParaRPr>
          </a:p>
          <a:p>
            <a:endParaRPr lang="en-US" altLang="zh-TW" sz="2400" dirty="0">
              <a:latin typeface="標楷體" panose="03000509000000000000" pitchFamily="65" charset="-120"/>
              <a:ea typeface="標楷體" panose="03000509000000000000" pitchFamily="65" charset="-120"/>
            </a:endParaRPr>
          </a:p>
          <a:p>
            <a:endParaRPr lang="en-US" altLang="zh-TW" sz="2400" dirty="0">
              <a:latin typeface="標楷體" panose="03000509000000000000" pitchFamily="65" charset="-120"/>
              <a:ea typeface="標楷體" panose="03000509000000000000" pitchFamily="65" charset="-120"/>
            </a:endParaRPr>
          </a:p>
          <a:p>
            <a:endParaRPr lang="en-US" altLang="zh-TW" sz="2400" dirty="0">
              <a:latin typeface="標楷體" panose="03000509000000000000" pitchFamily="65" charset="-120"/>
              <a:ea typeface="標楷體" panose="03000509000000000000" pitchFamily="65" charset="-120"/>
            </a:endParaRPr>
          </a:p>
          <a:p>
            <a:endParaRPr lang="en-US" altLang="zh-TW" sz="2400" dirty="0">
              <a:latin typeface="標楷體" panose="03000509000000000000" pitchFamily="65" charset="-120"/>
              <a:ea typeface="標楷體" panose="03000509000000000000" pitchFamily="65" charset="-120"/>
            </a:endParaRPr>
          </a:p>
          <a:p>
            <a:endParaRPr lang="en-US" altLang="zh-TW" sz="2400" dirty="0">
              <a:latin typeface="標楷體" panose="03000509000000000000" pitchFamily="65" charset="-120"/>
              <a:ea typeface="標楷體" panose="03000509000000000000" pitchFamily="65" charset="-120"/>
            </a:endParaRPr>
          </a:p>
          <a:p>
            <a:endParaRPr lang="en-US" altLang="zh-TW" sz="2400" dirty="0">
              <a:latin typeface="標楷體" panose="03000509000000000000" pitchFamily="65" charset="-120"/>
              <a:ea typeface="標楷體" panose="03000509000000000000" pitchFamily="65" charset="-120"/>
            </a:endParaRPr>
          </a:p>
          <a:p>
            <a:endParaRPr lang="en-US" altLang="zh-TW" sz="2400" dirty="0">
              <a:latin typeface="標楷體" panose="03000509000000000000" pitchFamily="65" charset="-120"/>
              <a:ea typeface="標楷體" panose="03000509000000000000" pitchFamily="65" charset="-120"/>
            </a:endParaRPr>
          </a:p>
          <a:p>
            <a:endParaRPr lang="en-US" altLang="zh-TW" sz="2400" dirty="0">
              <a:latin typeface="標楷體" panose="03000509000000000000" pitchFamily="65" charset="-120"/>
              <a:ea typeface="標楷體" panose="03000509000000000000" pitchFamily="65" charset="-120"/>
            </a:endParaRPr>
          </a:p>
          <a:p>
            <a:endParaRPr lang="en-US" altLang="zh-TW" sz="2400" dirty="0">
              <a:latin typeface="標楷體" panose="03000509000000000000" pitchFamily="65" charset="-120"/>
              <a:ea typeface="標楷體" panose="03000509000000000000" pitchFamily="65" charset="-120"/>
            </a:endParaRPr>
          </a:p>
          <a:p>
            <a:endParaRPr lang="en-US" altLang="zh-TW" sz="2400" dirty="0">
              <a:latin typeface="標楷體" panose="03000509000000000000" pitchFamily="65" charset="-120"/>
              <a:ea typeface="標楷體" panose="03000509000000000000" pitchFamily="65" charset="-120"/>
            </a:endParaRPr>
          </a:p>
          <a:p>
            <a:endParaRPr lang="en-US" altLang="zh-TW" sz="2400" dirty="0">
              <a:latin typeface="標楷體" panose="03000509000000000000" pitchFamily="65" charset="-120"/>
              <a:ea typeface="標楷體" panose="03000509000000000000" pitchFamily="65" charset="-120"/>
            </a:endParaRPr>
          </a:p>
          <a:p>
            <a:endParaRPr lang="en-US" altLang="zh-TW" sz="2400" dirty="0">
              <a:latin typeface="標楷體" panose="03000509000000000000" pitchFamily="65" charset="-120"/>
              <a:ea typeface="標楷體" panose="03000509000000000000" pitchFamily="65" charset="-120"/>
            </a:endParaRPr>
          </a:p>
          <a:p>
            <a:endParaRPr lang="en-US" altLang="zh-TW" sz="2400" dirty="0">
              <a:latin typeface="標楷體" panose="03000509000000000000" pitchFamily="65" charset="-120"/>
              <a:ea typeface="標楷體" panose="03000509000000000000" pitchFamily="65" charset="-120"/>
            </a:endParaRPr>
          </a:p>
          <a:p>
            <a:endParaRPr lang="en-US" altLang="zh-TW" sz="2400" dirty="0">
              <a:latin typeface="標楷體" panose="03000509000000000000" pitchFamily="65" charset="-120"/>
              <a:ea typeface="標楷體" panose="03000509000000000000" pitchFamily="65" charset="-120"/>
            </a:endParaRPr>
          </a:p>
          <a:p>
            <a:endParaRPr lang="en-US" altLang="zh-TW" sz="2400" dirty="0">
              <a:latin typeface="標楷體" panose="03000509000000000000" pitchFamily="65" charset="-120"/>
              <a:ea typeface="標楷體" panose="03000509000000000000" pitchFamily="65" charset="-120"/>
            </a:endParaRPr>
          </a:p>
          <a:p>
            <a:endParaRPr lang="en-US" altLang="zh-TW" sz="2400" dirty="0">
              <a:latin typeface="標楷體" panose="03000509000000000000" pitchFamily="65" charset="-120"/>
              <a:ea typeface="標楷體" panose="03000509000000000000" pitchFamily="65" charset="-120"/>
            </a:endParaRPr>
          </a:p>
          <a:p>
            <a:endParaRPr lang="en-US" altLang="zh-TW" sz="2400" dirty="0">
              <a:latin typeface="標楷體" panose="03000509000000000000" pitchFamily="65" charset="-120"/>
              <a:ea typeface="標楷體" panose="03000509000000000000" pitchFamily="65" charset="-120"/>
            </a:endParaRPr>
          </a:p>
          <a:p>
            <a:endParaRPr lang="en-US" altLang="zh-TW" sz="2400" dirty="0">
              <a:latin typeface="標楷體" panose="03000509000000000000" pitchFamily="65" charset="-120"/>
              <a:ea typeface="標楷體" panose="03000509000000000000" pitchFamily="65" charset="-120"/>
            </a:endParaRPr>
          </a:p>
          <a:p>
            <a:endParaRPr lang="en-US" altLang="zh-TW" sz="2400" dirty="0">
              <a:latin typeface="標楷體" panose="03000509000000000000" pitchFamily="65" charset="-120"/>
              <a:ea typeface="標楷體" panose="03000509000000000000" pitchFamily="65" charset="-120"/>
            </a:endParaRPr>
          </a:p>
          <a:p>
            <a:endParaRPr lang="en-US" altLang="zh-TW" sz="2400" dirty="0">
              <a:latin typeface="標楷體" panose="03000509000000000000" pitchFamily="65" charset="-120"/>
              <a:ea typeface="標楷體" panose="03000509000000000000" pitchFamily="65" charset="-120"/>
            </a:endParaRPr>
          </a:p>
          <a:p>
            <a:r>
              <a:rPr lang="zh-TW" altLang="en-US" sz="2400" dirty="0">
                <a:latin typeface="標楷體" panose="03000509000000000000" pitchFamily="65" charset="-120"/>
                <a:ea typeface="標楷體" panose="03000509000000000000" pitchFamily="65" charset="-120"/>
              </a:rPr>
              <a:t>硬體</a:t>
            </a:r>
            <a:r>
              <a:rPr lang="en-US" altLang="zh-TW" sz="2400" dirty="0">
                <a:latin typeface="標楷體" panose="03000509000000000000" pitchFamily="65" charset="-120"/>
                <a:ea typeface="標楷體" panose="03000509000000000000" pitchFamily="65" charset="-120"/>
              </a:rPr>
              <a:t>:</a:t>
            </a:r>
            <a:endParaRPr lang="zh-TW" altLang="en-US" sz="2400" dirty="0">
              <a:latin typeface="標楷體" panose="03000509000000000000" pitchFamily="65" charset="-120"/>
              <a:ea typeface="標楷體" panose="03000509000000000000" pitchFamily="65" charset="-120"/>
            </a:endParaRPr>
          </a:p>
          <a:p>
            <a:r>
              <a:rPr lang="zh-TW" altLang="en-US" sz="2400" dirty="0">
                <a:latin typeface="標楷體" panose="03000509000000000000" pitchFamily="65" charset="-120"/>
                <a:ea typeface="標楷體" panose="03000509000000000000" pitchFamily="65" charset="-120"/>
              </a:rPr>
              <a:t>使用</a:t>
            </a:r>
            <a:r>
              <a:rPr lang="en-US" altLang="zh-TW" sz="2400" dirty="0">
                <a:latin typeface="標楷體" panose="03000509000000000000" pitchFamily="65" charset="-120"/>
                <a:ea typeface="標楷體" panose="03000509000000000000" pitchFamily="65" charset="-120"/>
              </a:rPr>
              <a:t>7697</a:t>
            </a:r>
            <a:r>
              <a:rPr lang="zh-TW" altLang="en-US" sz="2400" dirty="0">
                <a:latin typeface="標楷體" panose="03000509000000000000" pitchFamily="65" charset="-120"/>
                <a:ea typeface="標楷體" panose="03000509000000000000" pitchFamily="65" charset="-120"/>
              </a:rPr>
              <a:t>的</a:t>
            </a:r>
            <a:r>
              <a:rPr lang="en-US" altLang="zh-TW" sz="2400" dirty="0">
                <a:latin typeface="標楷體" panose="03000509000000000000" pitchFamily="65" charset="-120"/>
                <a:ea typeface="標楷體" panose="03000509000000000000" pitchFamily="65" charset="-120"/>
              </a:rPr>
              <a:t>WIFI</a:t>
            </a:r>
            <a:r>
              <a:rPr lang="zh-TW" altLang="en-US" sz="2400" dirty="0">
                <a:latin typeface="標楷體" panose="03000509000000000000" pitchFamily="65" charset="-120"/>
                <a:ea typeface="標楷體" panose="03000509000000000000" pitchFamily="65" charset="-120"/>
              </a:rPr>
              <a:t>模組連上指定</a:t>
            </a:r>
            <a:r>
              <a:rPr lang="en-US" altLang="zh-TW" sz="2400" dirty="0">
                <a:latin typeface="標楷體" panose="03000509000000000000" pitchFamily="65" charset="-120"/>
                <a:ea typeface="標楷體" panose="03000509000000000000" pitchFamily="65" charset="-120"/>
              </a:rPr>
              <a:t>WIFI</a:t>
            </a:r>
            <a:r>
              <a:rPr lang="zh-TW" altLang="en-US" sz="2400" dirty="0">
                <a:latin typeface="標楷體" panose="03000509000000000000" pitchFamily="65" charset="-120"/>
                <a:ea typeface="標楷體" panose="03000509000000000000" pitchFamily="65" charset="-120"/>
              </a:rPr>
              <a:t>然後連上</a:t>
            </a:r>
            <a:r>
              <a:rPr lang="en-US" altLang="zh-TW" sz="2400" dirty="0">
                <a:latin typeface="標楷體" panose="03000509000000000000" pitchFamily="65" charset="-120"/>
                <a:ea typeface="標楷體" panose="03000509000000000000" pitchFamily="65" charset="-120"/>
              </a:rPr>
              <a:t>MQTT Broker</a:t>
            </a:r>
            <a:r>
              <a:rPr lang="zh-TW" altLang="en-US" sz="2400" dirty="0">
                <a:latin typeface="標楷體" panose="03000509000000000000" pitchFamily="65" charset="-120"/>
                <a:ea typeface="標楷體" panose="03000509000000000000" pitchFamily="65" charset="-120"/>
              </a:rPr>
              <a:t>，再另一邊則是透過手機連上</a:t>
            </a:r>
            <a:r>
              <a:rPr lang="en-US" altLang="zh-TW" sz="2400" dirty="0">
                <a:latin typeface="標楷體" panose="03000509000000000000" pitchFamily="65" charset="-120"/>
                <a:ea typeface="標楷體" panose="03000509000000000000" pitchFamily="65" charset="-120"/>
              </a:rPr>
              <a:t>MQTT Broker</a:t>
            </a:r>
            <a:r>
              <a:rPr lang="zh-TW" altLang="en-US" sz="2400" dirty="0">
                <a:latin typeface="標楷體" panose="03000509000000000000" pitchFamily="65" charset="-120"/>
                <a:ea typeface="標楷體" panose="03000509000000000000" pitchFamily="65" charset="-120"/>
              </a:rPr>
              <a:t>，並且箱子會有指定的箱子編號。使用者可以透過手機輸入指定的箱子編號，並連接上特定箱子，控制箱子開關。</a:t>
            </a:r>
            <a:r>
              <a:rPr lang="en-US" altLang="zh-TW" sz="2400" dirty="0">
                <a:latin typeface="標楷體" panose="03000509000000000000" pitchFamily="65" charset="-120"/>
                <a:ea typeface="標楷體" panose="03000509000000000000" pitchFamily="65" charset="-120"/>
              </a:rPr>
              <a:t>(</a:t>
            </a:r>
            <a:r>
              <a:rPr lang="zh-TW" altLang="en-US" sz="2400" dirty="0">
                <a:latin typeface="標楷體" panose="03000509000000000000" pitchFamily="65" charset="-120"/>
                <a:ea typeface="標楷體" panose="03000509000000000000" pitchFamily="65" charset="-120"/>
              </a:rPr>
              <a:t>圖</a:t>
            </a:r>
            <a:r>
              <a:rPr lang="en-US" altLang="zh-TW" sz="2400" dirty="0">
                <a:latin typeface="標楷體" panose="03000509000000000000" pitchFamily="65" charset="-120"/>
                <a:ea typeface="標楷體" panose="03000509000000000000" pitchFamily="65" charset="-120"/>
              </a:rPr>
              <a:t>3)</a:t>
            </a:r>
            <a:endParaRPr lang="zh-TW" altLang="en-US" sz="2400" dirty="0">
              <a:latin typeface="標楷體" panose="03000509000000000000" pitchFamily="65" charset="-120"/>
              <a:ea typeface="標楷體" panose="03000509000000000000" pitchFamily="65" charset="-120"/>
            </a:endParaRPr>
          </a:p>
          <a:p>
            <a:br>
              <a:rPr lang="zh-TW" altLang="en-US" sz="2400" dirty="0"/>
            </a:br>
            <a:endParaRPr lang="en-US" altLang="zh-TW" sz="2400" dirty="0">
              <a:latin typeface="標楷體" panose="03000509000000000000" pitchFamily="65" charset="-120"/>
              <a:ea typeface="標楷體" panose="03000509000000000000" pitchFamily="65" charset="-120"/>
            </a:endParaRPr>
          </a:p>
        </p:txBody>
      </p:sp>
      <p:pic>
        <p:nvPicPr>
          <p:cNvPr id="17" name="Picture 2">
            <a:extLst>
              <a:ext uri="{FF2B5EF4-FFF2-40B4-BE49-F238E27FC236}">
                <a16:creationId xmlns:a16="http://schemas.microsoft.com/office/drawing/2014/main" id="{3D97840E-CE85-4F54-8080-E9E6E35CD8BD}"/>
              </a:ext>
            </a:extLst>
          </p:cNvPr>
          <p:cNvPicPr>
            <a:picLocks noChangeAspect="1" noChangeArrowheads="1"/>
          </p:cNvPicPr>
          <p:nvPr/>
        </p:nvPicPr>
        <p:blipFill>
          <a:blip r:embed="rId2">
            <a:alphaModFix amt="50000"/>
            <a:extLst>
              <a:ext uri="{28A0092B-C50C-407E-A947-70E740481C1C}">
                <a14:useLocalDpi xmlns:a14="http://schemas.microsoft.com/office/drawing/2010/main" val="0"/>
              </a:ext>
            </a:extLst>
          </a:blip>
          <a:srcRect t="14584" b="14584"/>
          <a:stretch/>
        </p:blipFill>
        <p:spPr bwMode="auto">
          <a:xfrm>
            <a:off x="-73176" y="0"/>
            <a:ext cx="16200438" cy="5915481"/>
          </a:xfrm>
          <a:prstGeom prst="rect">
            <a:avLst/>
          </a:prstGeom>
          <a:noFill/>
          <a:effectLst>
            <a:softEdge rad="635000"/>
          </a:effectLst>
          <a:extLst>
            <a:ext uri="{909E8E84-426E-40DD-AFC4-6F175D3DCCD1}">
              <a14:hiddenFill xmlns:a14="http://schemas.microsoft.com/office/drawing/2010/main">
                <a:solidFill>
                  <a:srgbClr val="FFFFFF"/>
                </a:solidFill>
              </a14:hiddenFill>
            </a:ext>
          </a:extLst>
        </p:spPr>
      </p:pic>
      <p:sp>
        <p:nvSpPr>
          <p:cNvPr id="4" name="文字方塊 3">
            <a:extLst>
              <a:ext uri="{FF2B5EF4-FFF2-40B4-BE49-F238E27FC236}">
                <a16:creationId xmlns:a16="http://schemas.microsoft.com/office/drawing/2014/main" id="{9750C02E-9C01-4423-A80E-F2B6468B9B50}"/>
              </a:ext>
            </a:extLst>
          </p:cNvPr>
          <p:cNvSpPr txBox="1"/>
          <p:nvPr/>
        </p:nvSpPr>
        <p:spPr>
          <a:xfrm>
            <a:off x="4338447" y="4444991"/>
            <a:ext cx="7523544" cy="1015663"/>
          </a:xfrm>
          <a:prstGeom prst="rect">
            <a:avLst/>
          </a:prstGeom>
          <a:noFill/>
        </p:spPr>
        <p:txBody>
          <a:bodyPr wrap="square" rtlCol="0">
            <a:spAutoFit/>
          </a:bodyPr>
          <a:lstStyle/>
          <a:p>
            <a:pPr algn="ctr"/>
            <a:r>
              <a:rPr lang="zh-TW" altLang="en-US" sz="6000" b="1" dirty="0">
                <a:latin typeface="標楷體" panose="03000509000000000000" pitchFamily="65" charset="-120"/>
                <a:ea typeface="標楷體" panose="03000509000000000000" pitchFamily="65" charset="-120"/>
              </a:rPr>
              <a:t>智慧收件箱</a:t>
            </a:r>
            <a:endParaRPr lang="zh-TW" altLang="en-US" sz="6000" dirty="0">
              <a:latin typeface="標楷體" panose="03000509000000000000" pitchFamily="65" charset="-120"/>
              <a:ea typeface="標楷體" panose="03000509000000000000" pitchFamily="65" charset="-120"/>
            </a:endParaRPr>
          </a:p>
        </p:txBody>
      </p:sp>
      <p:sp>
        <p:nvSpPr>
          <p:cNvPr id="6" name="矩形: 圓角 5">
            <a:extLst>
              <a:ext uri="{FF2B5EF4-FFF2-40B4-BE49-F238E27FC236}">
                <a16:creationId xmlns:a16="http://schemas.microsoft.com/office/drawing/2014/main" id="{72573770-0535-42A9-82DE-EE90F117FB08}"/>
              </a:ext>
            </a:extLst>
          </p:cNvPr>
          <p:cNvSpPr/>
          <p:nvPr/>
        </p:nvSpPr>
        <p:spPr>
          <a:xfrm>
            <a:off x="891250" y="6473186"/>
            <a:ext cx="14491114" cy="3906442"/>
          </a:xfrm>
          <a:prstGeom prst="roundRect">
            <a:avLst/>
          </a:prstGeom>
          <a:solidFill>
            <a:schemeClr val="accent5">
              <a:lumMod val="20000"/>
              <a:lumOff val="80000"/>
            </a:schemeClr>
          </a:solidFill>
          <a:ln w="28575"/>
        </p:spPr>
        <p:style>
          <a:lnRef idx="1">
            <a:schemeClr val="accent5"/>
          </a:lnRef>
          <a:fillRef idx="2">
            <a:schemeClr val="accent5"/>
          </a:fillRef>
          <a:effectRef idx="1">
            <a:schemeClr val="accent5"/>
          </a:effectRef>
          <a:fontRef idx="minor">
            <a:schemeClr val="dk1"/>
          </a:fontRef>
        </p:style>
        <p:txBody>
          <a:bodyPr rtlCol="0" anchor="ctr"/>
          <a:lstStyle/>
          <a:p>
            <a:r>
              <a:rPr lang="zh-TW" altLang="en-US" sz="2400" dirty="0">
                <a:latin typeface="標楷體" panose="03000509000000000000" pitchFamily="65" charset="-120"/>
                <a:ea typeface="標楷體" panose="03000509000000000000" pitchFamily="65" charset="-120"/>
              </a:rPr>
              <a:t>此系統主要有兩項功能，分別是郵寄與收件，兩者皆可以透過手機操作，以達到無須有人在家都可以收發包裹的功能。</a:t>
            </a:r>
            <a:br>
              <a:rPr lang="zh-TW" altLang="en-US" sz="2400" dirty="0">
                <a:latin typeface="標楷體" panose="03000509000000000000" pitchFamily="65" charset="-120"/>
                <a:ea typeface="標楷體" panose="03000509000000000000" pitchFamily="65" charset="-120"/>
              </a:rPr>
            </a:br>
            <a:r>
              <a:rPr lang="zh-TW" altLang="en-US" sz="2400" dirty="0">
                <a:latin typeface="標楷體" panose="03000509000000000000" pitchFamily="65" charset="-120"/>
                <a:ea typeface="標楷體" panose="03000509000000000000" pitchFamily="65" charset="-120"/>
              </a:rPr>
              <a:t>在郵寄方面使用者只需透過手機填寫相關資料並將貨物放入自宅的收件箱中即可將透過手機進行寄件資料填寫並將資料存入資料庫方便宅配公司進行人員分派並等待宅配人員收取貨物。</a:t>
            </a:r>
            <a:br>
              <a:rPr lang="zh-TW" altLang="en-US" sz="2400" dirty="0">
                <a:latin typeface="標楷體" panose="03000509000000000000" pitchFamily="65" charset="-120"/>
                <a:ea typeface="標楷體" panose="03000509000000000000" pitchFamily="65" charset="-120"/>
              </a:rPr>
            </a:br>
            <a:r>
              <a:rPr lang="zh-TW" altLang="en-US" sz="2400" dirty="0">
                <a:latin typeface="標楷體" panose="03000509000000000000" pitchFamily="65" charset="-120"/>
                <a:ea typeface="標楷體" panose="03000509000000000000" pitchFamily="65" charset="-120"/>
              </a:rPr>
              <a:t>而在收件方面只需等待宅配人員將貨物放入收件箱中就會通知使用者貨物送達，而使用者只要選擇方便的時間走到自宅的收件箱中將貨物從裡面拿出即可。此系統的服務讓使用者即使不用走到超商或是郵局一樣可以郵寄及接收貨物，減少寄件與收件時間和在外行走時感染病毒的風險。</a:t>
            </a:r>
            <a:br>
              <a:rPr lang="zh-TW" altLang="en-US" sz="2400" dirty="0">
                <a:latin typeface="標楷體" panose="03000509000000000000" pitchFamily="65" charset="-120"/>
                <a:ea typeface="標楷體" panose="03000509000000000000" pitchFamily="65" charset="-120"/>
              </a:rPr>
            </a:br>
            <a:r>
              <a:rPr lang="zh-TW" altLang="en-US" sz="2400" dirty="0">
                <a:latin typeface="標楷體" panose="03000509000000000000" pitchFamily="65" charset="-120"/>
                <a:ea typeface="標楷體" panose="03000509000000000000" pitchFamily="65" charset="-120"/>
              </a:rPr>
              <a:t>送貨員則可以透過這款</a:t>
            </a:r>
            <a:r>
              <a:rPr lang="en-US" altLang="zh-TW" sz="2400" dirty="0">
                <a:latin typeface="標楷體" panose="03000509000000000000" pitchFamily="65" charset="-120"/>
                <a:ea typeface="標楷體" panose="03000509000000000000" pitchFamily="65" charset="-120"/>
              </a:rPr>
              <a:t>APP</a:t>
            </a:r>
            <a:r>
              <a:rPr lang="zh-TW" altLang="en-US" sz="2400" dirty="0">
                <a:latin typeface="標楷體" panose="03000509000000000000" pitchFamily="65" charset="-120"/>
                <a:ea typeface="標楷體" panose="03000509000000000000" pitchFamily="65" charset="-120"/>
              </a:rPr>
              <a:t>直接查詢要送貨的地址並在到達地址後可以直接打開送貨目標的收件箱。另外，每次包裹被放進收件箱並關門時，箱子裝有的紫外光燈會自動啟動並消毒，確保前一個碰到箱子的人所攜帶的病毒被消滅。</a:t>
            </a:r>
          </a:p>
        </p:txBody>
      </p:sp>
      <p:sp>
        <p:nvSpPr>
          <p:cNvPr id="15" name="矩形: 圓角 14">
            <a:extLst>
              <a:ext uri="{FF2B5EF4-FFF2-40B4-BE49-F238E27FC236}">
                <a16:creationId xmlns:a16="http://schemas.microsoft.com/office/drawing/2014/main" id="{3137216A-1A44-4F01-8403-885F83173673}"/>
              </a:ext>
            </a:extLst>
          </p:cNvPr>
          <p:cNvSpPr/>
          <p:nvPr/>
        </p:nvSpPr>
        <p:spPr>
          <a:xfrm>
            <a:off x="891250" y="31394400"/>
            <a:ext cx="14417939" cy="2082800"/>
          </a:xfrm>
          <a:prstGeom prst="roundRect">
            <a:avLst/>
          </a:prstGeom>
          <a:solidFill>
            <a:schemeClr val="accent5">
              <a:lumMod val="20000"/>
              <a:lumOff val="80000"/>
            </a:schemeClr>
          </a:solidFill>
          <a:ln w="28575"/>
        </p:spPr>
        <p:style>
          <a:lnRef idx="1">
            <a:schemeClr val="accent5"/>
          </a:lnRef>
          <a:fillRef idx="2">
            <a:schemeClr val="accent5"/>
          </a:fillRef>
          <a:effectRef idx="1">
            <a:schemeClr val="accent5"/>
          </a:effectRef>
          <a:fontRef idx="minor">
            <a:schemeClr val="dk1"/>
          </a:fontRef>
        </p:style>
        <p:txBody>
          <a:bodyPr rtlCol="0" anchor="ctr"/>
          <a:lstStyle/>
          <a:p>
            <a:r>
              <a:rPr lang="zh-TW" altLang="en-US" sz="2400" dirty="0">
                <a:latin typeface="標楷體" panose="03000509000000000000" pitchFamily="65" charset="-120"/>
                <a:ea typeface="標楷體" panose="03000509000000000000" pitchFamily="65" charset="-120"/>
              </a:rPr>
              <a:t>在我們這個專題中，我們目前可以透過</a:t>
            </a:r>
            <a:r>
              <a:rPr lang="en-US" altLang="zh-TW" sz="2400" dirty="0">
                <a:latin typeface="標楷體" panose="03000509000000000000" pitchFamily="65" charset="-120"/>
                <a:ea typeface="標楷體" panose="03000509000000000000" pitchFamily="65" charset="-120"/>
              </a:rPr>
              <a:t>app</a:t>
            </a:r>
            <a:r>
              <a:rPr lang="zh-TW" altLang="en-US" sz="2400" dirty="0">
                <a:latin typeface="標楷體" panose="03000509000000000000" pitchFamily="65" charset="-120"/>
                <a:ea typeface="標楷體" panose="03000509000000000000" pitchFamily="65" charset="-120"/>
              </a:rPr>
              <a:t>得知用戶的所有訊息，包括姓名、地址，並且在之後搭配信箱，在使用者需要寄包裹或收取包裹時，透過</a:t>
            </a:r>
            <a:r>
              <a:rPr lang="en-US" altLang="zh-TW" sz="2400" dirty="0">
                <a:latin typeface="標楷體" panose="03000509000000000000" pitchFamily="65" charset="-120"/>
                <a:ea typeface="標楷體" panose="03000509000000000000" pitchFamily="65" charset="-120"/>
              </a:rPr>
              <a:t>app</a:t>
            </a:r>
            <a:r>
              <a:rPr lang="zh-TW" altLang="en-US" sz="2400" dirty="0">
                <a:latin typeface="標楷體" panose="03000509000000000000" pitchFamily="65" charset="-120"/>
                <a:ea typeface="標楷體" panose="03000509000000000000" pitchFamily="65" charset="-120"/>
              </a:rPr>
              <a:t>傳訊息至</a:t>
            </a:r>
            <a:r>
              <a:rPr lang="en-US" altLang="zh-TW" sz="2400" dirty="0" err="1">
                <a:latin typeface="標楷體" panose="03000509000000000000" pitchFamily="65" charset="-120"/>
                <a:ea typeface="標楷體" panose="03000509000000000000" pitchFamily="65" charset="-120"/>
              </a:rPr>
              <a:t>mqtt</a:t>
            </a:r>
            <a:r>
              <a:rPr lang="zh-TW" altLang="en-US" sz="2400" dirty="0">
                <a:latin typeface="標楷體" panose="03000509000000000000" pitchFamily="65" charset="-120"/>
                <a:ea typeface="標楷體" panose="03000509000000000000" pitchFamily="65" charset="-120"/>
              </a:rPr>
              <a:t>，再由</a:t>
            </a:r>
            <a:r>
              <a:rPr lang="en-US" altLang="zh-TW" sz="2400" dirty="0" err="1">
                <a:latin typeface="標楷體" panose="03000509000000000000" pitchFamily="65" charset="-120"/>
                <a:ea typeface="標楷體" panose="03000509000000000000" pitchFamily="65" charset="-120"/>
              </a:rPr>
              <a:t>mqtt</a:t>
            </a:r>
            <a:r>
              <a:rPr lang="zh-TW" altLang="en-US" sz="2400" dirty="0">
                <a:latin typeface="標楷體" panose="03000509000000000000" pitchFamily="65" charset="-120"/>
                <a:ea typeface="標楷體" panose="03000509000000000000" pitchFamily="65" charset="-120"/>
              </a:rPr>
              <a:t>控制</a:t>
            </a:r>
            <a:r>
              <a:rPr lang="en-US" altLang="zh-TW" sz="2400" dirty="0">
                <a:latin typeface="標楷體" panose="03000509000000000000" pitchFamily="65" charset="-120"/>
                <a:ea typeface="標楷體" panose="03000509000000000000" pitchFamily="65" charset="-120"/>
              </a:rPr>
              <a:t>7697</a:t>
            </a:r>
            <a:r>
              <a:rPr lang="zh-TW" altLang="en-US" sz="2400" dirty="0">
                <a:latin typeface="標楷體" panose="03000509000000000000" pitchFamily="65" charset="-120"/>
                <a:ea typeface="標楷體" panose="03000509000000000000" pitchFamily="65" charset="-120"/>
              </a:rPr>
              <a:t>將信箱門的鎖給打開。送貨員則是再將包裹放進櫃子時會多一個紫外光燈消毒的動作。使用者可以隨時透過手機</a:t>
            </a:r>
            <a:r>
              <a:rPr lang="en-US" altLang="zh-TW" sz="2400" dirty="0">
                <a:latin typeface="標楷體" panose="03000509000000000000" pitchFamily="65" charset="-120"/>
                <a:ea typeface="標楷體" panose="03000509000000000000" pitchFamily="65" charset="-120"/>
              </a:rPr>
              <a:t>app</a:t>
            </a:r>
            <a:r>
              <a:rPr lang="zh-TW" altLang="en-US" sz="2400" dirty="0">
                <a:latin typeface="標楷體" panose="03000509000000000000" pitchFamily="65" charset="-120"/>
                <a:ea typeface="標楷體" panose="03000509000000000000" pitchFamily="65" charset="-120"/>
              </a:rPr>
              <a:t>查看自己本人的包裹資訊和寄送情況，送貨員也能輕易的從</a:t>
            </a:r>
            <a:r>
              <a:rPr lang="en-US" altLang="zh-TW" sz="2400" dirty="0">
                <a:latin typeface="標楷體" panose="03000509000000000000" pitchFamily="65" charset="-120"/>
                <a:ea typeface="標楷體" panose="03000509000000000000" pitchFamily="65" charset="-120"/>
              </a:rPr>
              <a:t>app</a:t>
            </a:r>
            <a:r>
              <a:rPr lang="zh-TW" altLang="en-US" sz="2400" dirty="0">
                <a:latin typeface="標楷體" panose="03000509000000000000" pitchFamily="65" charset="-120"/>
                <a:ea typeface="標楷體" panose="03000509000000000000" pitchFamily="65" charset="-120"/>
              </a:rPr>
              <a:t>介面上看到包裹需要送達的地址和注意事項，避免了某些易碎品在不注意的情況下摔碎。</a:t>
            </a:r>
          </a:p>
        </p:txBody>
      </p:sp>
      <p:sp>
        <p:nvSpPr>
          <p:cNvPr id="2" name="矩形 1">
            <a:extLst>
              <a:ext uri="{FF2B5EF4-FFF2-40B4-BE49-F238E27FC236}">
                <a16:creationId xmlns:a16="http://schemas.microsoft.com/office/drawing/2014/main" id="{1591C7CD-FC2F-4235-9A65-FE5EA36EC5A1}"/>
              </a:ext>
            </a:extLst>
          </p:cNvPr>
          <p:cNvSpPr/>
          <p:nvPr/>
        </p:nvSpPr>
        <p:spPr>
          <a:xfrm>
            <a:off x="1137920" y="5862139"/>
            <a:ext cx="995680" cy="5503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800" b="1" dirty="0">
                <a:latin typeface="標楷體" panose="03000509000000000000" pitchFamily="65" charset="-120"/>
                <a:ea typeface="標楷體" panose="03000509000000000000" pitchFamily="65" charset="-120"/>
              </a:rPr>
              <a:t>簡介</a:t>
            </a:r>
            <a:endParaRPr lang="en-US" altLang="zh-TW" sz="2400" dirty="0">
              <a:latin typeface="標楷體" panose="03000509000000000000" pitchFamily="65" charset="-120"/>
              <a:ea typeface="標楷體" panose="03000509000000000000" pitchFamily="65" charset="-120"/>
            </a:endParaRPr>
          </a:p>
        </p:txBody>
      </p:sp>
      <p:sp>
        <p:nvSpPr>
          <p:cNvPr id="16" name="矩形 15">
            <a:extLst>
              <a:ext uri="{FF2B5EF4-FFF2-40B4-BE49-F238E27FC236}">
                <a16:creationId xmlns:a16="http://schemas.microsoft.com/office/drawing/2014/main" id="{A151F108-BE42-41AE-A835-FFD72798DD48}"/>
              </a:ext>
            </a:extLst>
          </p:cNvPr>
          <p:cNvSpPr/>
          <p:nvPr/>
        </p:nvSpPr>
        <p:spPr>
          <a:xfrm>
            <a:off x="1137920" y="30700936"/>
            <a:ext cx="995680" cy="5503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800" b="1" dirty="0">
                <a:latin typeface="標楷體" panose="03000509000000000000" pitchFamily="65" charset="-120"/>
                <a:ea typeface="標楷體" panose="03000509000000000000" pitchFamily="65" charset="-120"/>
              </a:rPr>
              <a:t>結論</a:t>
            </a:r>
            <a:endParaRPr lang="en-US" altLang="zh-TW" sz="2400" dirty="0">
              <a:latin typeface="標楷體" panose="03000509000000000000" pitchFamily="65" charset="-120"/>
              <a:ea typeface="標楷體" panose="03000509000000000000" pitchFamily="65" charset="-120"/>
            </a:endParaRPr>
          </a:p>
        </p:txBody>
      </p:sp>
      <p:sp>
        <p:nvSpPr>
          <p:cNvPr id="19" name="標題 1">
            <a:extLst>
              <a:ext uri="{FF2B5EF4-FFF2-40B4-BE49-F238E27FC236}">
                <a16:creationId xmlns:a16="http://schemas.microsoft.com/office/drawing/2014/main" id="{10B0068F-286E-423F-881B-C9C4405CC86B}"/>
              </a:ext>
            </a:extLst>
          </p:cNvPr>
          <p:cNvSpPr txBox="1">
            <a:spLocks/>
          </p:cNvSpPr>
          <p:nvPr/>
        </p:nvSpPr>
        <p:spPr>
          <a:xfrm>
            <a:off x="1727068" y="914123"/>
            <a:ext cx="12252960" cy="3734752"/>
          </a:xfrm>
          <a:prstGeom prst="rect">
            <a:avLst/>
          </a:prstGeom>
          <a:blipFill dpi="0" rotWithShape="1">
            <a:blip r:embed="rId3">
              <a:alphaModFix amt="75000"/>
            </a:blip>
            <a:srcRect/>
            <a:tile tx="0" ty="0" sx="100000" sy="100000" flip="none" algn="tl"/>
          </a:blipFill>
          <a:effectLst>
            <a:softEdge rad="381000"/>
          </a:effectLst>
        </p:spPr>
        <p:style>
          <a:lnRef idx="0">
            <a:scrgbClr r="0" g="0" b="0"/>
          </a:lnRef>
          <a:fillRef idx="0">
            <a:scrgbClr r="0" g="0" b="0"/>
          </a:fillRef>
          <a:effectRef idx="0">
            <a:scrgbClr r="0" g="0" b="0"/>
          </a:effectRef>
          <a:fontRef idx="minor">
            <a:schemeClr val="lt1"/>
          </a:fontRef>
        </p:style>
        <p:txBody>
          <a:bodyPr vert="horz" lIns="202026" tIns="1136395" rIns="202026" bIns="45720" rtlCol="0" anchor="ctr">
            <a:normAutofit fontScale="92500"/>
          </a:bodyPr>
          <a:lstStyle>
            <a:lvl1pPr algn="l" defTabSz="1215055" rtl="0" eaLnBrk="1" latinLnBrk="0" hangingPunct="1">
              <a:lnSpc>
                <a:spcPct val="90000"/>
              </a:lnSpc>
              <a:spcBef>
                <a:spcPct val="0"/>
              </a:spcBef>
              <a:buNone/>
              <a:defRPr sz="5847"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zh-TW" altLang="zh-TW" sz="6734" b="1" dirty="0">
                <a:solidFill>
                  <a:srgbClr val="000000"/>
                </a:solidFill>
                <a:latin typeface="標楷體" panose="03000509000000000000" pitchFamily="65" charset="-120"/>
                <a:ea typeface="標楷體" panose="03000509000000000000" pitchFamily="65" charset="-120"/>
                <a:cs typeface="標楷體" panose="03000509000000000000" pitchFamily="65" charset="-120"/>
              </a:rPr>
              <a:t>國立臺灣海洋大學</a:t>
            </a:r>
            <a:r>
              <a:rPr lang="en-US" altLang="zh-TW" sz="6734" b="1" dirty="0">
                <a:solidFill>
                  <a:srgbClr val="000000"/>
                </a:solidFill>
                <a:latin typeface="標楷體" panose="03000509000000000000" pitchFamily="65" charset="-120"/>
                <a:ea typeface="標楷體" panose="03000509000000000000" pitchFamily="65" charset="-120"/>
                <a:cs typeface="標楷體" panose="03000509000000000000" pitchFamily="65" charset="-120"/>
              </a:rPr>
              <a:t>111</a:t>
            </a:r>
            <a:r>
              <a:rPr lang="zh-TW" altLang="zh-TW" sz="6734" b="1" dirty="0">
                <a:solidFill>
                  <a:srgbClr val="000000"/>
                </a:solidFill>
                <a:latin typeface="標楷體" panose="03000509000000000000" pitchFamily="65" charset="-120"/>
                <a:ea typeface="標楷體" panose="03000509000000000000" pitchFamily="65" charset="-120"/>
                <a:cs typeface="標楷體" panose="03000509000000000000" pitchFamily="65" charset="-120"/>
              </a:rPr>
              <a:t>年度大學生暑期學習實務體驗計畫</a:t>
            </a:r>
            <a:r>
              <a:rPr lang="zh-TW" altLang="en-US" sz="6734" b="1" dirty="0">
                <a:solidFill>
                  <a:srgbClr val="000000"/>
                </a:solidFill>
                <a:latin typeface="標楷體" panose="03000509000000000000" pitchFamily="65" charset="-120"/>
                <a:ea typeface="標楷體" panose="03000509000000000000" pitchFamily="65" charset="-120"/>
                <a:cs typeface="標楷體" panose="03000509000000000000" pitchFamily="65" charset="-120"/>
              </a:rPr>
              <a:t>成果海報</a:t>
            </a:r>
            <a:br>
              <a:rPr lang="zh-TW" altLang="zh-TW" sz="1263" dirty="0">
                <a:solidFill>
                  <a:srgbClr val="000000"/>
                </a:solidFill>
                <a:latin typeface="標楷體" panose="03000509000000000000" pitchFamily="65" charset="-120"/>
                <a:ea typeface="標楷體" panose="03000509000000000000" pitchFamily="65" charset="-120"/>
                <a:cs typeface="標楷體" panose="03000509000000000000" pitchFamily="65" charset="-120"/>
              </a:rPr>
            </a:br>
            <a:endParaRPr lang="zh-TW" altLang="en-US" dirty="0"/>
          </a:p>
        </p:txBody>
      </p:sp>
      <p:pic>
        <p:nvPicPr>
          <p:cNvPr id="1026" name="Picture 2" descr="https://lh6.googleusercontent.com/cRrlNFpj_UGuueWG2Od5ESRPWAEKNDOxPsvHea3teygPd5QkzCo25nbbrVnfmBcLB8rqhl5z9hvOiWQFjVb0Yv51oVFo0p_6Qomj0J4NhJlVqjkrUUtmdxa263iaSt82GAnkrYZlRl6v--JNeeDAvSeh-XsRVUrM8FrYqm_oZ2NvqpioLt7-TLL4CM0g2bwg">
            <a:extLst>
              <a:ext uri="{FF2B5EF4-FFF2-40B4-BE49-F238E27FC236}">
                <a16:creationId xmlns:a16="http://schemas.microsoft.com/office/drawing/2014/main" id="{109E5315-AE4A-4082-B8ED-68F1F8BA4DE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34807" t="12487" r="29635" b="6132"/>
          <a:stretch/>
        </p:blipFill>
        <p:spPr bwMode="auto">
          <a:xfrm>
            <a:off x="8027043" y="13336603"/>
            <a:ext cx="5708007" cy="733886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ttps://lh6.googleusercontent.com/cmYMTOMh2HnTW9YtUOdSW_5YiMXsDIMZsSzhyf8leCHt28uG4Xk9eLaVvD709quZGFInZvrZKQS7056kZ1yh9Rf9DmfGiURl9IUX-svh-wecEqdmaxti_fbl137Bapi1HJq3U0-bVt7bh0wUFZqWIxIz7TCAoInCRdogKZJY-KTjs6vTxGuVpLBpUpBoxINf">
            <a:extLst>
              <a:ext uri="{FF2B5EF4-FFF2-40B4-BE49-F238E27FC236}">
                <a16:creationId xmlns:a16="http://schemas.microsoft.com/office/drawing/2014/main" id="{A16C943B-E911-4943-A2DE-D6851E09761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35760" y="26545489"/>
            <a:ext cx="4905375" cy="3257550"/>
          </a:xfrm>
          <a:prstGeom prst="rect">
            <a:avLst/>
          </a:prstGeom>
          <a:noFill/>
          <a:extLst>
            <a:ext uri="{909E8E84-426E-40DD-AFC4-6F175D3DCCD1}">
              <a14:hiddenFill xmlns:a14="http://schemas.microsoft.com/office/drawing/2010/main">
                <a:solidFill>
                  <a:srgbClr val="FFFFFF"/>
                </a:solidFill>
              </a14:hiddenFill>
            </a:ext>
          </a:extLst>
        </p:spPr>
      </p:pic>
      <p:sp>
        <p:nvSpPr>
          <p:cNvPr id="21" name="矩形 20">
            <a:extLst>
              <a:ext uri="{FF2B5EF4-FFF2-40B4-BE49-F238E27FC236}">
                <a16:creationId xmlns:a16="http://schemas.microsoft.com/office/drawing/2014/main" id="{547C693F-A675-4BE2-8E23-1C337033756A}"/>
              </a:ext>
            </a:extLst>
          </p:cNvPr>
          <p:cNvSpPr/>
          <p:nvPr/>
        </p:nvSpPr>
        <p:spPr>
          <a:xfrm>
            <a:off x="1085215" y="10462468"/>
            <a:ext cx="2348230" cy="5503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800" b="1" dirty="0">
                <a:latin typeface="標楷體" panose="03000509000000000000" pitchFamily="65" charset="-120"/>
                <a:ea typeface="標楷體" panose="03000509000000000000" pitchFamily="65" charset="-120"/>
              </a:rPr>
              <a:t>架構與演算法</a:t>
            </a:r>
            <a:endParaRPr lang="en-US" altLang="zh-TW" sz="2400" dirty="0">
              <a:latin typeface="標楷體" panose="03000509000000000000" pitchFamily="65" charset="-120"/>
              <a:ea typeface="標楷體" panose="03000509000000000000" pitchFamily="65" charset="-120"/>
            </a:endParaRPr>
          </a:p>
        </p:txBody>
      </p:sp>
      <p:pic>
        <p:nvPicPr>
          <p:cNvPr id="1030" name="Picture 6" descr="https://lh4.googleusercontent.com/un6lj33h3YKiMzHbRFIepqBT7yejeSt_ujBGtHNw139g1JxNKCJWlfY_LgDJ0a5kFytwxgszH60tusLH0rRZ-sUpjozRiDfqLEMx3gxFlWOr_zsNr2evWnA93NJobSl2vUuc8jE9Y-K0phhOuKT2M3SppFzpbryzkSq3qpzTuEuC3kUlrDp18uQGZQpryuk5">
            <a:extLst>
              <a:ext uri="{FF2B5EF4-FFF2-40B4-BE49-F238E27FC236}">
                <a16:creationId xmlns:a16="http://schemas.microsoft.com/office/drawing/2014/main" id="{38995E95-73F9-4C60-943E-E9873556B61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27068" y="21057330"/>
            <a:ext cx="6705600" cy="325755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https://lh5.googleusercontent.com/jWF-nEUvGBFU7OMmH01lzQHFcd5-e9qa70kxgaQuaLjcpOiyDD7ERPq7EyCWq1LXvzB9Xl2ELksXDarXMWq9Q_PmZdmQLisuHnqSh7JEvQgQK1zVj0f4cnv9_VA7FpczlXBYAItWunKuDVmN19OcJUnavX_YvQoVrHMXcGEOelBzdVHoMGbbZWXG0Bzmbz__">
            <a:extLst>
              <a:ext uri="{FF2B5EF4-FFF2-40B4-BE49-F238E27FC236}">
                <a16:creationId xmlns:a16="http://schemas.microsoft.com/office/drawing/2014/main" id="{53B46C30-B9AA-4E3E-90BA-05074530573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27068" y="13379490"/>
            <a:ext cx="5550437" cy="7295980"/>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https://lh6.googleusercontent.com/pKf1OkOJa7IyGaQuNuFsIhrSjNyr22E-0tANMVZcd43t71lHxehHkbx10aPwZ24guOQP68t5Qsmpjr_o6a0kfPmeQs0LXukOl64fBN-emZj8puKuC0uIoVMtaSViacpHWk-faM7Vwt7bgFPirDlZDC6M0vlzTSrxwHksOm2K8oeYcV5kYG4psAjh4c0vsYKJ">
            <a:extLst>
              <a:ext uri="{FF2B5EF4-FFF2-40B4-BE49-F238E27FC236}">
                <a16:creationId xmlns:a16="http://schemas.microsoft.com/office/drawing/2014/main" id="{C8BB1F89-DFF7-417F-8FF3-7FDC4332D7F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946144" y="26914820"/>
            <a:ext cx="5347919" cy="2839701"/>
          </a:xfrm>
          <a:prstGeom prst="rect">
            <a:avLst/>
          </a:prstGeom>
          <a:noFill/>
          <a:extLst>
            <a:ext uri="{909E8E84-426E-40DD-AFC4-6F175D3DCCD1}">
              <a14:hiddenFill xmlns:a14="http://schemas.microsoft.com/office/drawing/2010/main">
                <a:solidFill>
                  <a:srgbClr val="FFFFFF"/>
                </a:solidFill>
              </a14:hiddenFill>
            </a:ext>
          </a:extLst>
        </p:spPr>
      </p:pic>
      <p:sp>
        <p:nvSpPr>
          <p:cNvPr id="3" name="文字方塊 2">
            <a:extLst>
              <a:ext uri="{FF2B5EF4-FFF2-40B4-BE49-F238E27FC236}">
                <a16:creationId xmlns:a16="http://schemas.microsoft.com/office/drawing/2014/main" id="{D6EB0098-DB1E-41D2-8DA2-E414DB503213}"/>
              </a:ext>
            </a:extLst>
          </p:cNvPr>
          <p:cNvSpPr txBox="1"/>
          <p:nvPr/>
        </p:nvSpPr>
        <p:spPr>
          <a:xfrm>
            <a:off x="3940745" y="20675470"/>
            <a:ext cx="795403" cy="369332"/>
          </a:xfrm>
          <a:prstGeom prst="rect">
            <a:avLst/>
          </a:prstGeom>
          <a:noFill/>
        </p:spPr>
        <p:txBody>
          <a:bodyPr wrap="square" rtlCol="0">
            <a:spAutoFit/>
          </a:bodyPr>
          <a:lstStyle/>
          <a:p>
            <a:r>
              <a:rPr lang="zh-TW" altLang="en-US" dirty="0">
                <a:latin typeface="標楷體" panose="03000509000000000000" pitchFamily="65" charset="-120"/>
                <a:ea typeface="標楷體" panose="03000509000000000000" pitchFamily="65" charset="-120"/>
              </a:rPr>
              <a:t>▲圖</a:t>
            </a:r>
            <a:r>
              <a:rPr lang="en-US" altLang="zh-TW" dirty="0">
                <a:latin typeface="標楷體" panose="03000509000000000000" pitchFamily="65" charset="-120"/>
                <a:ea typeface="標楷體" panose="03000509000000000000" pitchFamily="65" charset="-120"/>
              </a:rPr>
              <a:t>1</a:t>
            </a:r>
            <a:endParaRPr lang="zh-TW" altLang="en-US" dirty="0">
              <a:latin typeface="標楷體" panose="03000509000000000000" pitchFamily="65" charset="-120"/>
              <a:ea typeface="標楷體" panose="03000509000000000000" pitchFamily="65" charset="-120"/>
            </a:endParaRPr>
          </a:p>
        </p:txBody>
      </p:sp>
      <p:sp>
        <p:nvSpPr>
          <p:cNvPr id="23" name="文字方塊 22">
            <a:extLst>
              <a:ext uri="{FF2B5EF4-FFF2-40B4-BE49-F238E27FC236}">
                <a16:creationId xmlns:a16="http://schemas.microsoft.com/office/drawing/2014/main" id="{CE2A0AB4-9F52-414C-852B-E621FAC7C955}"/>
              </a:ext>
            </a:extLst>
          </p:cNvPr>
          <p:cNvSpPr txBox="1"/>
          <p:nvPr/>
        </p:nvSpPr>
        <p:spPr>
          <a:xfrm>
            <a:off x="4663797" y="24314880"/>
            <a:ext cx="772203" cy="381860"/>
          </a:xfrm>
          <a:prstGeom prst="rect">
            <a:avLst/>
          </a:prstGeom>
          <a:noFill/>
        </p:spPr>
        <p:txBody>
          <a:bodyPr wrap="square" rtlCol="0">
            <a:spAutoFit/>
          </a:bodyPr>
          <a:lstStyle/>
          <a:p>
            <a:r>
              <a:rPr lang="zh-TW" altLang="en-US" dirty="0">
                <a:latin typeface="標楷體" panose="03000509000000000000" pitchFamily="65" charset="-120"/>
                <a:ea typeface="標楷體" panose="03000509000000000000" pitchFamily="65" charset="-120"/>
              </a:rPr>
              <a:t>▲圖</a:t>
            </a:r>
            <a:r>
              <a:rPr lang="en-US" altLang="zh-TW" dirty="0">
                <a:latin typeface="標楷體" panose="03000509000000000000" pitchFamily="65" charset="-120"/>
                <a:ea typeface="標楷體" panose="03000509000000000000" pitchFamily="65" charset="-120"/>
              </a:rPr>
              <a:t>2</a:t>
            </a:r>
            <a:endParaRPr lang="zh-TW" altLang="en-US" dirty="0">
              <a:latin typeface="標楷體" panose="03000509000000000000" pitchFamily="65" charset="-120"/>
              <a:ea typeface="標楷體" panose="03000509000000000000" pitchFamily="65" charset="-120"/>
            </a:endParaRPr>
          </a:p>
        </p:txBody>
      </p:sp>
      <p:sp>
        <p:nvSpPr>
          <p:cNvPr id="24" name="文字方塊 23">
            <a:extLst>
              <a:ext uri="{FF2B5EF4-FFF2-40B4-BE49-F238E27FC236}">
                <a16:creationId xmlns:a16="http://schemas.microsoft.com/office/drawing/2014/main" id="{068EF6D0-DC1A-4F41-B7BB-8DA43D8D378C}"/>
              </a:ext>
            </a:extLst>
          </p:cNvPr>
          <p:cNvSpPr txBox="1"/>
          <p:nvPr/>
        </p:nvSpPr>
        <p:spPr>
          <a:xfrm>
            <a:off x="10483344" y="20721231"/>
            <a:ext cx="795404" cy="369332"/>
          </a:xfrm>
          <a:prstGeom prst="rect">
            <a:avLst/>
          </a:prstGeom>
          <a:noFill/>
        </p:spPr>
        <p:txBody>
          <a:bodyPr wrap="square" rtlCol="0">
            <a:spAutoFit/>
          </a:bodyPr>
          <a:lstStyle/>
          <a:p>
            <a:r>
              <a:rPr lang="zh-TW" altLang="en-US" dirty="0">
                <a:latin typeface="標楷體" panose="03000509000000000000" pitchFamily="65" charset="-120"/>
                <a:ea typeface="標楷體" panose="03000509000000000000" pitchFamily="65" charset="-120"/>
              </a:rPr>
              <a:t>▲圖</a:t>
            </a:r>
            <a:r>
              <a:rPr lang="en-US" altLang="zh-TW" dirty="0">
                <a:latin typeface="標楷體" panose="03000509000000000000" pitchFamily="65" charset="-120"/>
                <a:ea typeface="標楷體" panose="03000509000000000000" pitchFamily="65" charset="-120"/>
              </a:rPr>
              <a:t>3</a:t>
            </a:r>
            <a:endParaRPr lang="zh-TW" altLang="en-US" dirty="0">
              <a:latin typeface="標楷體" panose="03000509000000000000" pitchFamily="65" charset="-120"/>
              <a:ea typeface="標楷體" panose="03000509000000000000" pitchFamily="65" charset="-120"/>
            </a:endParaRPr>
          </a:p>
        </p:txBody>
      </p:sp>
      <p:sp>
        <p:nvSpPr>
          <p:cNvPr id="25" name="文字方塊 24">
            <a:extLst>
              <a:ext uri="{FF2B5EF4-FFF2-40B4-BE49-F238E27FC236}">
                <a16:creationId xmlns:a16="http://schemas.microsoft.com/office/drawing/2014/main" id="{D68E3B22-861A-49CC-8569-F23C6DEA4DAB}"/>
              </a:ext>
            </a:extLst>
          </p:cNvPr>
          <p:cNvSpPr txBox="1"/>
          <p:nvPr/>
        </p:nvSpPr>
        <p:spPr>
          <a:xfrm>
            <a:off x="3668070" y="29860363"/>
            <a:ext cx="840753" cy="369332"/>
          </a:xfrm>
          <a:prstGeom prst="rect">
            <a:avLst/>
          </a:prstGeom>
          <a:noFill/>
        </p:spPr>
        <p:txBody>
          <a:bodyPr wrap="square" rtlCol="0">
            <a:spAutoFit/>
          </a:bodyPr>
          <a:lstStyle/>
          <a:p>
            <a:r>
              <a:rPr lang="zh-TW" altLang="en-US" dirty="0">
                <a:latin typeface="標楷體" panose="03000509000000000000" pitchFamily="65" charset="-120"/>
                <a:ea typeface="標楷體" panose="03000509000000000000" pitchFamily="65" charset="-120"/>
              </a:rPr>
              <a:t>▲</a:t>
            </a:r>
            <a:r>
              <a:rPr lang="zh-TW" altLang="en-US" dirty="0"/>
              <a:t>圖</a:t>
            </a:r>
            <a:r>
              <a:rPr lang="en-US" altLang="zh-TW" dirty="0"/>
              <a:t>4</a:t>
            </a:r>
            <a:endParaRPr lang="zh-TW" altLang="en-US" dirty="0"/>
          </a:p>
        </p:txBody>
      </p:sp>
    </p:spTree>
    <p:extLst>
      <p:ext uri="{BB962C8B-B14F-4D97-AF65-F5344CB8AC3E}">
        <p14:creationId xmlns:p14="http://schemas.microsoft.com/office/powerpoint/2010/main" val="3835678801"/>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248</TotalTime>
  <Words>530</Words>
  <Application>Microsoft Office PowerPoint</Application>
  <PresentationFormat>自訂</PresentationFormat>
  <Paragraphs>48</Paragraphs>
  <Slides>1</Slides>
  <Notes>0</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vt:i4>
      </vt:variant>
    </vt:vector>
  </HeadingPairs>
  <TitlesOfParts>
    <vt:vector size="6" baseType="lpstr">
      <vt:lpstr>標楷體</vt:lpstr>
      <vt:lpstr>Arial</vt:lpstr>
      <vt:lpstr>Calibri</vt:lpstr>
      <vt:lpstr>Calibri Light</vt:lpstr>
      <vt:lpstr>Office 佈景主題</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張馨予</dc:creator>
  <cp:lastModifiedBy>yuki40325</cp:lastModifiedBy>
  <cp:revision>15</cp:revision>
  <dcterms:created xsi:type="dcterms:W3CDTF">2022-12-06T13:36:56Z</dcterms:created>
  <dcterms:modified xsi:type="dcterms:W3CDTF">2026-03-10T10:57:48Z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2026-03-10T10:57:48Z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1e00371a-c718-44aa-9d95-99956099f88a</vt:lpwstr>
  </property>
  <property fmtid="{D5CDD505-2E9C-101B-9397-08002B2CF9AE}" pid="7" name="MSIP_Label_defa4170-0d19-0005-0004-bc88714345d2_ActionId">
    <vt:lpwstr>8099d559-593b-49c3-baeb-83bbb085dbd8</vt:lpwstr>
  </property>
  <property fmtid="{D5CDD505-2E9C-101B-9397-08002B2CF9AE}" pid="8" name="MSIP_Label_defa4170-0d19-0005-0004-bc88714345d2_ContentBits">
    <vt:lpwstr>0</vt:lpwstr>
  </property>
  <property fmtid="{D5CDD505-2E9C-101B-9397-08002B2CF9AE}" pid="9" name="MSIP_Label_defa4170-0d19-0005-0004-bc88714345d2_Tag">
    <vt:lpwstr>10, 3, 0, 1</vt:lpwstr>
  </property>
</Properties>
</file>